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12"/>
  </p:notesMasterIdLst>
  <p:sldIdLst>
    <p:sldId id="2561" r:id="rId2"/>
    <p:sldId id="2564" r:id="rId3"/>
    <p:sldId id="2586" r:id="rId4"/>
    <p:sldId id="2568" r:id="rId5"/>
    <p:sldId id="2584" r:id="rId6"/>
    <p:sldId id="2585" r:id="rId7"/>
    <p:sldId id="2572" r:id="rId8"/>
    <p:sldId id="2575" r:id="rId9"/>
    <p:sldId id="2580" r:id="rId10"/>
    <p:sldId id="2583" r:id="rId1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itlu" id="{B50DCCF3-2126-4159-A10A-ABBB1BD16A22}">
          <p14:sldIdLst>
            <p14:sldId id="2561"/>
          </p14:sldIdLst>
        </p14:section>
        <p14:section name="Status curent" id="{A468DF59-0A87-411A-94FA-785FC75CDC6F}">
          <p14:sldIdLst>
            <p14:sldId id="2564"/>
            <p14:sldId id="2586"/>
          </p14:sldIdLst>
        </p14:section>
        <p14:section name="Exemple" id="{506D0437-CB34-43AE-9AC4-BB2ABEEC5240}">
          <p14:sldIdLst>
            <p14:sldId id="2568"/>
            <p14:sldId id="2584"/>
            <p14:sldId id="2585"/>
          </p14:sldIdLst>
        </p14:section>
        <p14:section name="Quality Metrics Using SonarQube" id="{8C54E7E5-4736-4532-B0AF-F1A3E95739C1}">
          <p14:sldIdLst>
            <p14:sldId id="2572"/>
          </p14:sldIdLst>
        </p14:section>
        <p14:section name="UI exemple" id="{5D6A0E4B-2AFE-4867-86A3-2267F87F2878}">
          <p14:sldIdLst>
            <p14:sldId id="2575"/>
          </p14:sldIdLst>
        </p14:section>
        <p14:section name="Team Contributions and Roles" id="{F936C4D4-D821-4DB7-9FD2-9B7CBDE0E2C0}">
          <p14:sldIdLst>
            <p14:sldId id="2580"/>
          </p14:sldIdLst>
        </p14:section>
        <p14:section name="Conclusion: Building a Strong Foundation for Future Enhancements" id="{C614F002-799D-4033-BD83-927A30F33F82}">
          <p14:sldIdLst>
            <p14:sldId id="2583"/>
          </p14:sldIdLst>
        </p14:section>
      </p14:section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014" autoAdjust="0"/>
    <p:restoredTop sz="94660"/>
  </p:normalViewPr>
  <p:slideViewPr>
    <p:cSldViewPr snapToGrid="0">
      <p:cViewPr varScale="1">
        <p:scale>
          <a:sx n="112" d="100"/>
          <a:sy n="112" d="100"/>
        </p:scale>
        <p:origin x="492" y="324"/>
      </p:cViewPr>
      <p:guideLst/>
    </p:cSldViewPr>
  </p:slideViewPr>
  <p:notesTextViewPr>
    <p:cViewPr>
      <p:scale>
        <a:sx n="1" d="1"/>
        <a:sy n="1" d="1"/>
      </p:scale>
      <p:origin x="0" y="0"/>
    </p:cViewPr>
  </p:notesTextViewPr>
  <p:sorterViewPr>
    <p:cViewPr>
      <p:scale>
        <a:sx n="100" d="100"/>
        <a:sy n="100" d="100"/>
      </p:scale>
      <p:origin x="0" y="0"/>
    </p:cViewPr>
  </p:sorter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5CC9672-787B-4221-BEA6-C4A6FCCF081F}" type="datetimeFigureOut">
              <a:rPr lang="en-GB" smtClean="0"/>
              <a:t>17/11/2025</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707E109-BEE9-44AE-9ADD-6395D3B54001}" type="slidenum">
              <a:rPr lang="en-GB" smtClean="0"/>
              <a:t>‹#›</a:t>
            </a:fld>
            <a:endParaRPr lang="en-GB"/>
          </a:p>
        </p:txBody>
      </p:sp>
    </p:spTree>
    <p:extLst>
      <p:ext uri="{BB962C8B-B14F-4D97-AF65-F5344CB8AC3E}">
        <p14:creationId xmlns:p14="http://schemas.microsoft.com/office/powerpoint/2010/main" val="83683662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AI-generated content may be incorrect.
---
</a:t>
            </a:r>
          </a:p>
        </p:txBody>
      </p:sp>
      <p:sp>
        <p:nvSpPr>
          <p:cNvPr id="4" name="Slide Number Placeholder 3"/>
          <p:cNvSpPr>
            <a:spLocks noGrp="1"/>
          </p:cNvSpPr>
          <p:nvPr>
            <p:ph type="sldNum" sz="quarter" idx="5"/>
          </p:nvPr>
        </p:nvSpPr>
        <p:spPr/>
        <p:txBody>
          <a:bodyPr/>
          <a:lstStyle/>
          <a:p>
            <a:fld id="{23235654-BF84-49CA-A20F-0BFC1E59E591}" type="slidenum">
              <a:rPr lang="en-GB" smtClean="0"/>
              <a:t>1</a:t>
            </a:fld>
            <a:endParaRPr lang="en-GB"/>
          </a:p>
        </p:txBody>
      </p:sp>
    </p:spTree>
    <p:extLst>
      <p:ext uri="{BB962C8B-B14F-4D97-AF65-F5344CB8AC3E}">
        <p14:creationId xmlns:p14="http://schemas.microsoft.com/office/powerpoint/2010/main" val="403931113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
---
The Design Patterns project aims to improve software maintainability, scalability, and code quality by incorporating proven architectural and coding patterns. The primary goals are to establish standard coding practices, reduce technical debt, and enhance collaboration through shared design knowledge. This project addresses common software development challenges and prepares the codebase for future extensibility.
Image source: AI-generated
</a:t>
            </a:r>
          </a:p>
        </p:txBody>
      </p:sp>
      <p:sp>
        <p:nvSpPr>
          <p:cNvPr id="4" name="Slide Number Placeholder 3"/>
          <p:cNvSpPr>
            <a:spLocks noGrp="1"/>
          </p:cNvSpPr>
          <p:nvPr>
            <p:ph type="sldNum" sz="quarter" idx="5"/>
          </p:nvPr>
        </p:nvSpPr>
        <p:spPr/>
        <p:txBody>
          <a:bodyPr/>
          <a:lstStyle/>
          <a:p>
            <a:fld id="{23235654-BF84-49CA-A20F-0BFC1E59E591}" type="slidenum">
              <a:rPr lang="en-GB" smtClean="0"/>
              <a:t>2</a:t>
            </a:fld>
            <a:endParaRPr lang="en-GB"/>
          </a:p>
        </p:txBody>
      </p:sp>
    </p:spTree>
    <p:extLst>
      <p:ext uri="{BB962C8B-B14F-4D97-AF65-F5344CB8AC3E}">
        <p14:creationId xmlns:p14="http://schemas.microsoft.com/office/powerpoint/2010/main" val="64305534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15830E-E395-CC48-0639-EB21AC0599C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8ABEBD0-E846-A9D0-C330-2603FB6AEAC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B6B8EB1-B63A-5BF6-99DB-6161B90D0EB7}"/>
              </a:ext>
            </a:extLst>
          </p:cNvPr>
          <p:cNvSpPr>
            <a:spLocks noGrp="1"/>
          </p:cNvSpPr>
          <p:nvPr>
            <p:ph type="body" idx="1"/>
          </p:nvPr>
        </p:nvSpPr>
        <p:spPr/>
        <p:txBody>
          <a:bodyPr/>
          <a:lstStyle/>
          <a:p>
            <a:r>
              <a:rPr lang="en-GB"/>
              <a:t>
---
The Design Patterns project aims to improve software maintainability, scalability, and code quality by incorporating proven architectural and coding patterns. The primary goals are to establish standard coding practices, reduce technical debt, and enhance collaboration through shared design knowledge. This project addresses common software development challenges and prepares the codebase for future extensibility.
Image source: AI-generated
</a:t>
            </a:r>
          </a:p>
        </p:txBody>
      </p:sp>
      <p:sp>
        <p:nvSpPr>
          <p:cNvPr id="4" name="Slide Number Placeholder 3">
            <a:extLst>
              <a:ext uri="{FF2B5EF4-FFF2-40B4-BE49-F238E27FC236}">
                <a16:creationId xmlns:a16="http://schemas.microsoft.com/office/drawing/2014/main" id="{525955EE-7647-6349-C699-D2E84D72F910}"/>
              </a:ext>
            </a:extLst>
          </p:cNvPr>
          <p:cNvSpPr>
            <a:spLocks noGrp="1"/>
          </p:cNvSpPr>
          <p:nvPr>
            <p:ph type="sldNum" sz="quarter" idx="5"/>
          </p:nvPr>
        </p:nvSpPr>
        <p:spPr/>
        <p:txBody>
          <a:bodyPr/>
          <a:lstStyle/>
          <a:p>
            <a:fld id="{23235654-BF84-49CA-A20F-0BFC1E59E591}" type="slidenum">
              <a:rPr lang="en-GB" smtClean="0"/>
              <a:t>3</a:t>
            </a:fld>
            <a:endParaRPr lang="en-GB"/>
          </a:p>
        </p:txBody>
      </p:sp>
    </p:spTree>
    <p:extLst>
      <p:ext uri="{BB962C8B-B14F-4D97-AF65-F5344CB8AC3E}">
        <p14:creationId xmlns:p14="http://schemas.microsoft.com/office/powerpoint/2010/main" val="397052820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
---
The baseline implementation includes fundamental modules such as user authentication, data access layers, and simple UI components. These features were built with straightforward procedural and object-oriented programming methods without leveraging specialized design patterns, reflecting typical initial development practices.
Image source: AI-generated
</a:t>
            </a:r>
          </a:p>
        </p:txBody>
      </p:sp>
      <p:sp>
        <p:nvSpPr>
          <p:cNvPr id="4" name="Slide Number Placeholder 3"/>
          <p:cNvSpPr>
            <a:spLocks noGrp="1"/>
          </p:cNvSpPr>
          <p:nvPr>
            <p:ph type="sldNum" sz="quarter" idx="5"/>
          </p:nvPr>
        </p:nvSpPr>
        <p:spPr/>
        <p:txBody>
          <a:bodyPr/>
          <a:lstStyle/>
          <a:p>
            <a:fld id="{23235654-BF84-49CA-A20F-0BFC1E59E591}" type="slidenum">
              <a:rPr lang="en-GB" smtClean="0"/>
              <a:t>4</a:t>
            </a:fld>
            <a:endParaRPr lang="en-GB"/>
          </a:p>
        </p:txBody>
      </p:sp>
    </p:spTree>
    <p:extLst>
      <p:ext uri="{BB962C8B-B14F-4D97-AF65-F5344CB8AC3E}">
        <p14:creationId xmlns:p14="http://schemas.microsoft.com/office/powerpoint/2010/main" val="252021193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D5DB3D-CD94-6E47-41A0-995C0433F50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AF7CE36-05CA-D49E-A19A-A9A0F01AD4E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1F42EB2-37EA-1DF5-8648-8826B724640C}"/>
              </a:ext>
            </a:extLst>
          </p:cNvPr>
          <p:cNvSpPr>
            <a:spLocks noGrp="1"/>
          </p:cNvSpPr>
          <p:nvPr>
            <p:ph type="body" idx="1"/>
          </p:nvPr>
        </p:nvSpPr>
        <p:spPr/>
        <p:txBody>
          <a:bodyPr/>
          <a:lstStyle/>
          <a:p>
            <a:r>
              <a:rPr lang="en-GB"/>
              <a:t>
---
The baseline implementation includes fundamental modules such as user authentication, data access layers, and simple UI components. These features were built with straightforward procedural and object-oriented programming methods without leveraging specialized design patterns, reflecting typical initial development practices.
Image source: AI-generated
</a:t>
            </a:r>
          </a:p>
        </p:txBody>
      </p:sp>
      <p:sp>
        <p:nvSpPr>
          <p:cNvPr id="4" name="Slide Number Placeholder 3">
            <a:extLst>
              <a:ext uri="{FF2B5EF4-FFF2-40B4-BE49-F238E27FC236}">
                <a16:creationId xmlns:a16="http://schemas.microsoft.com/office/drawing/2014/main" id="{C4EFE92A-0F36-3BE2-F3A7-D7ABFD051994}"/>
              </a:ext>
            </a:extLst>
          </p:cNvPr>
          <p:cNvSpPr>
            <a:spLocks noGrp="1"/>
          </p:cNvSpPr>
          <p:nvPr>
            <p:ph type="sldNum" sz="quarter" idx="5"/>
          </p:nvPr>
        </p:nvSpPr>
        <p:spPr/>
        <p:txBody>
          <a:bodyPr/>
          <a:lstStyle/>
          <a:p>
            <a:fld id="{23235654-BF84-49CA-A20F-0BFC1E59E591}" type="slidenum">
              <a:rPr lang="en-GB" smtClean="0"/>
              <a:t>5</a:t>
            </a:fld>
            <a:endParaRPr lang="en-GB"/>
          </a:p>
        </p:txBody>
      </p:sp>
    </p:spTree>
    <p:extLst>
      <p:ext uri="{BB962C8B-B14F-4D97-AF65-F5344CB8AC3E}">
        <p14:creationId xmlns:p14="http://schemas.microsoft.com/office/powerpoint/2010/main" val="263391344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3B4811-C5CA-546E-8C01-3B908196C5D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61A597D-18A1-7231-E981-C5E39A07B21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8BEC1B6-247F-C7D1-A876-E1D898186B93}"/>
              </a:ext>
            </a:extLst>
          </p:cNvPr>
          <p:cNvSpPr>
            <a:spLocks noGrp="1"/>
          </p:cNvSpPr>
          <p:nvPr>
            <p:ph type="body" idx="1"/>
          </p:nvPr>
        </p:nvSpPr>
        <p:spPr/>
        <p:txBody>
          <a:bodyPr/>
          <a:lstStyle/>
          <a:p>
            <a:r>
              <a:rPr lang="en-GB"/>
              <a:t>
---
The baseline implementation includes fundamental modules such as user authentication, data access layers, and simple UI components. These features were built with straightforward procedural and object-oriented programming methods without leveraging specialized design patterns, reflecting typical initial development practices.
Image source: AI-generated
</a:t>
            </a:r>
          </a:p>
        </p:txBody>
      </p:sp>
      <p:sp>
        <p:nvSpPr>
          <p:cNvPr id="4" name="Slide Number Placeholder 3">
            <a:extLst>
              <a:ext uri="{FF2B5EF4-FFF2-40B4-BE49-F238E27FC236}">
                <a16:creationId xmlns:a16="http://schemas.microsoft.com/office/drawing/2014/main" id="{0A9C17E2-1E14-3303-60DD-33C0D7A32AA9}"/>
              </a:ext>
            </a:extLst>
          </p:cNvPr>
          <p:cNvSpPr>
            <a:spLocks noGrp="1"/>
          </p:cNvSpPr>
          <p:nvPr>
            <p:ph type="sldNum" sz="quarter" idx="5"/>
          </p:nvPr>
        </p:nvSpPr>
        <p:spPr/>
        <p:txBody>
          <a:bodyPr/>
          <a:lstStyle/>
          <a:p>
            <a:fld id="{23235654-BF84-49CA-A20F-0BFC1E59E591}" type="slidenum">
              <a:rPr lang="en-GB" smtClean="0"/>
              <a:t>6</a:t>
            </a:fld>
            <a:endParaRPr lang="en-GB"/>
          </a:p>
        </p:txBody>
      </p:sp>
    </p:spTree>
    <p:extLst>
      <p:ext uri="{BB962C8B-B14F-4D97-AF65-F5344CB8AC3E}">
        <p14:creationId xmlns:p14="http://schemas.microsoft.com/office/powerpoint/2010/main" val="152880863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
---
SonarQube is an automated static code analysis tool that assesses code quality by detecting bugs, code smells, and vulnerabilities. In this project, SonarQube provides objective metrics to evaluate the baseline code, guides refactoring priorities, and tracks progress during pattern implementation iterations.
Image source: AI-generated
</a:t>
            </a:r>
          </a:p>
        </p:txBody>
      </p:sp>
      <p:sp>
        <p:nvSpPr>
          <p:cNvPr id="4" name="Slide Number Placeholder 3"/>
          <p:cNvSpPr>
            <a:spLocks noGrp="1"/>
          </p:cNvSpPr>
          <p:nvPr>
            <p:ph type="sldNum" sz="quarter" idx="5"/>
          </p:nvPr>
        </p:nvSpPr>
        <p:spPr/>
        <p:txBody>
          <a:bodyPr/>
          <a:lstStyle/>
          <a:p>
            <a:fld id="{23235654-BF84-49CA-A20F-0BFC1E59E591}" type="slidenum">
              <a:rPr lang="en-GB" smtClean="0"/>
              <a:t>7</a:t>
            </a:fld>
            <a:endParaRPr lang="en-GB"/>
          </a:p>
        </p:txBody>
      </p:sp>
    </p:spTree>
    <p:extLst>
      <p:ext uri="{BB962C8B-B14F-4D97-AF65-F5344CB8AC3E}">
        <p14:creationId xmlns:p14="http://schemas.microsoft.com/office/powerpoint/2010/main" val="16766831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Selected Code Snippets From Basic Implementations, Explanation of Code Structure and Logic, Identifying Areas for Improvement with Design Patterns</a:t>
            </a:r>
          </a:p>
        </p:txBody>
      </p:sp>
      <p:sp>
        <p:nvSpPr>
          <p:cNvPr id="4" name="Slide Number Placeholder 3"/>
          <p:cNvSpPr>
            <a:spLocks noGrp="1"/>
          </p:cNvSpPr>
          <p:nvPr>
            <p:ph type="sldNum" sz="quarter" idx="5"/>
          </p:nvPr>
        </p:nvSpPr>
        <p:spPr/>
        <p:txBody>
          <a:bodyPr/>
          <a:lstStyle/>
          <a:p>
            <a:fld id="{23235654-BF84-49CA-A20F-0BFC1E59E591}" type="slidenum">
              <a:rPr lang="en-GB" smtClean="0"/>
              <a:t>8</a:t>
            </a:fld>
            <a:endParaRPr lang="en-GB"/>
          </a:p>
        </p:txBody>
      </p:sp>
    </p:spTree>
    <p:extLst>
      <p:ext uri="{BB962C8B-B14F-4D97-AF65-F5344CB8AC3E}">
        <p14:creationId xmlns:p14="http://schemas.microsoft.com/office/powerpoint/2010/main" val="157990225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
---
The team comprises developers, a QA engineer, a technical lead, and documentation specialists. Responsibilities ranged from feature development, code review, quality assurance, to milestone coordination. Role clarity enabled coordinated efforts towards milestone objectives.
Image source: AI-generated
</a:t>
            </a:r>
          </a:p>
        </p:txBody>
      </p:sp>
      <p:sp>
        <p:nvSpPr>
          <p:cNvPr id="4" name="Slide Number Placeholder 3"/>
          <p:cNvSpPr>
            <a:spLocks noGrp="1"/>
          </p:cNvSpPr>
          <p:nvPr>
            <p:ph type="sldNum" sz="quarter" idx="5"/>
          </p:nvPr>
        </p:nvSpPr>
        <p:spPr/>
        <p:txBody>
          <a:bodyPr/>
          <a:lstStyle/>
          <a:p>
            <a:fld id="{23235654-BF84-49CA-A20F-0BFC1E59E591}" type="slidenum">
              <a:rPr lang="en-GB" smtClean="0"/>
              <a:t>9</a:t>
            </a:fld>
            <a:endParaRPr lang="en-GB"/>
          </a:p>
        </p:txBody>
      </p:sp>
    </p:spTree>
    <p:extLst>
      <p:ext uri="{BB962C8B-B14F-4D97-AF65-F5344CB8AC3E}">
        <p14:creationId xmlns:p14="http://schemas.microsoft.com/office/powerpoint/2010/main" val="158605882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This presentation has highlighted our foundational implementations without design patterns, assessed code quality metrics through SonarQube, and showcased key coding examples. The team's collaborative efforts have set a solid baseline, revealing areas for improvement. Moving forward, these insights will guide the integration of design patterns to enhance code quality, maintainability, and project success.</a:t>
            </a:r>
          </a:p>
        </p:txBody>
      </p:sp>
      <p:sp>
        <p:nvSpPr>
          <p:cNvPr id="4" name="Slide Number Placeholder 3"/>
          <p:cNvSpPr>
            <a:spLocks noGrp="1"/>
          </p:cNvSpPr>
          <p:nvPr>
            <p:ph type="sldNum" sz="quarter" idx="5"/>
          </p:nvPr>
        </p:nvSpPr>
        <p:spPr/>
        <p:txBody>
          <a:bodyPr/>
          <a:lstStyle/>
          <a:p>
            <a:fld id="{23235654-BF84-49CA-A20F-0BFC1E59E591}" type="slidenum">
              <a:rPr lang="en-GB" smtClean="0"/>
              <a:t>10</a:t>
            </a:fld>
            <a:endParaRPr lang="en-GB"/>
          </a:p>
        </p:txBody>
      </p:sp>
    </p:spTree>
    <p:extLst>
      <p:ext uri="{BB962C8B-B14F-4D97-AF65-F5344CB8AC3E}">
        <p14:creationId xmlns:p14="http://schemas.microsoft.com/office/powerpoint/2010/main" val="73453200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6.jpeg"/><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7.jpeg"/><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2" Type="http://schemas.openxmlformats.org/officeDocument/2006/relationships/image" Target="../media/image9.jpeg"/><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2" Type="http://schemas.openxmlformats.org/officeDocument/2006/relationships/image" Target="../media/image10.jpeg"/><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2" Type="http://schemas.openxmlformats.org/officeDocument/2006/relationships/image" Target="../media/image11.jpeg"/><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12.jpeg"/><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2" Type="http://schemas.openxmlformats.org/officeDocument/2006/relationships/image" Target="../media/image12.jpeg"/><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2" Type="http://schemas.openxmlformats.org/officeDocument/2006/relationships/image" Target="../media/image13.jpeg"/><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2" Type="http://schemas.openxmlformats.org/officeDocument/2006/relationships/image" Target="../media/image14.jpeg"/><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2" Type="http://schemas.openxmlformats.org/officeDocument/2006/relationships/image" Target="../media/image15.jpeg"/><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2" Type="http://schemas.openxmlformats.org/officeDocument/2006/relationships/image" Target="../media/image16.jpeg"/><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2" Type="http://schemas.openxmlformats.org/officeDocument/2006/relationships/image" Target="../media/image17.jpeg"/><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2" Type="http://schemas.openxmlformats.org/officeDocument/2006/relationships/image" Target="../media/image18.jpeg"/><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2" Type="http://schemas.openxmlformats.org/officeDocument/2006/relationships/image" Target="../media/image7.jpe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431172" y="3425399"/>
            <a:ext cx="7685140" cy="2621154"/>
          </a:xfrm>
        </p:spPr>
        <p:txBody>
          <a:bodyPr anchor="b">
            <a:noAutofit/>
          </a:bodyPr>
          <a:lstStyle>
            <a:lvl1pPr algn="l">
              <a:defRPr sz="7200">
                <a:solidFill>
                  <a:schemeClr val="bg2"/>
                </a:solidFill>
              </a:defRPr>
            </a:lvl1pPr>
          </a:lstStyle>
          <a:p>
            <a:r>
              <a:rPr lang="en-US" dirty="0"/>
              <a:t>Click to edit Master title style</a:t>
            </a:r>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431172" y="415057"/>
            <a:ext cx="7685139" cy="1414091"/>
          </a:xfrm>
        </p:spPr>
        <p:txBody>
          <a:bodyPr>
            <a:normAutofit/>
          </a:bodyPr>
          <a:lstStyle>
            <a:lvl1pPr marL="0" indent="0" algn="l">
              <a:buNone/>
              <a:defRPr sz="20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p:txBody>
          <a:bodyPr/>
          <a:lstStyle>
            <a:lvl1pPr>
              <a:defRPr>
                <a:solidFill>
                  <a:schemeClr val="bg1"/>
                </a:solidFill>
              </a:defRPr>
            </a:lvl1pPr>
          </a:lstStyle>
          <a:p>
            <a:fld id="{B04EF954-66B1-4168-AF40-97F3DAF43FC4}" type="datetime1">
              <a:rPr lang="en-US" smtClean="0"/>
              <a:t>11/17/2025</a:t>
            </a:fld>
            <a:endParaRPr lang="en-US" dirty="0"/>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p:txBody>
          <a:bodyPr/>
          <a:lstStyle>
            <a:lvl1pPr>
              <a:defRPr>
                <a:solidFill>
                  <a:schemeClr val="bg1"/>
                </a:solidFill>
              </a:defRPr>
            </a:lvl1pPr>
          </a:lstStyle>
          <a:p>
            <a:r>
              <a:rPr lang="en-US" dirty="0"/>
              <a:t>Sample Footer Text</a:t>
            </a:r>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p:txBody>
          <a:bodyPr/>
          <a:lstStyle>
            <a:lvl1pPr>
              <a:defRPr>
                <a:solidFill>
                  <a:schemeClr val="bg1"/>
                </a:solidFill>
              </a:defRPr>
            </a:lvl1pPr>
          </a:lstStyle>
          <a:p>
            <a:fld id="{84C450F2-3BB4-4AE4-8A35-A9D7AEA4C850}" type="slidenum">
              <a:rPr lang="en-US" smtClean="0"/>
              <a:pPr/>
              <a:t>‹#›</a:t>
            </a:fld>
            <a:endParaRPr lang="en-US" dirty="0"/>
          </a:p>
        </p:txBody>
      </p:sp>
    </p:spTree>
    <p:extLst>
      <p:ext uri="{BB962C8B-B14F-4D97-AF65-F5344CB8AC3E}">
        <p14:creationId xmlns:p14="http://schemas.microsoft.com/office/powerpoint/2010/main" val="1449257569"/>
      </p:ext>
    </p:extLst>
  </p:cSld>
  <p:clrMapOvr>
    <a:masterClrMapping/>
  </p:clrMapOvr>
  <p:extLst>
    <p:ext uri="{DCECCB84-F9BA-43D5-87BE-67443E8EF086}">
      <p15:sldGuideLst xmlns:p15="http://schemas.microsoft.com/office/powerpoint/2012/main">
        <p15:guide id="3" orient="horz" pos="2160">
          <p15:clr>
            <a:srgbClr val="FBAE40"/>
          </p15:clr>
        </p15:guide>
        <p15:guide id="4" pos="384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1D06AF-EF87-8489-2C82-DEB90B7EFE0C}"/>
              </a:ext>
            </a:extLst>
          </p:cNvPr>
          <p:cNvSpPr>
            <a:spLocks noGrp="1"/>
          </p:cNvSpPr>
          <p:nvPr>
            <p:ph type="title"/>
          </p:nvPr>
        </p:nvSpPr>
        <p:spPr>
          <a:xfrm>
            <a:off x="431172" y="553616"/>
            <a:ext cx="7914087" cy="4008859"/>
          </a:xfrm>
        </p:spPr>
        <p:txBody>
          <a:bodyPr anchor="t">
            <a:normAutofit/>
          </a:bodyPr>
          <a:lstStyle>
            <a:lvl1pPr>
              <a:defRPr sz="6000" cap="all" baseline="0"/>
            </a:lvl1pPr>
          </a:lstStyle>
          <a:p>
            <a:r>
              <a:rPr lang="en-US"/>
              <a:t>Click to edit Master title style</a:t>
            </a:r>
          </a:p>
        </p:txBody>
      </p:sp>
      <p:sp>
        <p:nvSpPr>
          <p:cNvPr id="3" name="Text Placeholder 2">
            <a:extLst>
              <a:ext uri="{FF2B5EF4-FFF2-40B4-BE49-F238E27FC236}">
                <a16:creationId xmlns:a16="http://schemas.microsoft.com/office/drawing/2014/main" id="{308E5678-CA38-1318-9EA2-5E0A4F9A59BA}"/>
              </a:ext>
            </a:extLst>
          </p:cNvPr>
          <p:cNvSpPr>
            <a:spLocks noGrp="1"/>
          </p:cNvSpPr>
          <p:nvPr>
            <p:ph type="body" idx="1"/>
          </p:nvPr>
        </p:nvSpPr>
        <p:spPr>
          <a:xfrm>
            <a:off x="431172" y="5088156"/>
            <a:ext cx="7914087" cy="1166648"/>
          </a:xfrm>
        </p:spPr>
        <p:txBody>
          <a:bodyPr anchor="b">
            <a:normAutofit/>
          </a:bodyPr>
          <a:lstStyle>
            <a:lvl1pPr marL="0" indent="0">
              <a:buNone/>
              <a:defRPr sz="200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44E99186-7E5A-60AF-DE69-5C7DA71611AB}"/>
              </a:ext>
            </a:extLst>
          </p:cNvPr>
          <p:cNvSpPr>
            <a:spLocks noGrp="1"/>
          </p:cNvSpPr>
          <p:nvPr>
            <p:ph type="dt" sz="half" idx="10"/>
          </p:nvPr>
        </p:nvSpPr>
        <p:spPr>
          <a:xfrm>
            <a:off x="431172" y="6490524"/>
            <a:ext cx="2841959" cy="336141"/>
          </a:xfrm>
        </p:spPr>
        <p:txBody>
          <a:bodyPr/>
          <a:lstStyle/>
          <a:p>
            <a:fld id="{26233410-150A-4A72-BF63-6D3ACBC30148}" type="datetime1">
              <a:rPr lang="en-US" smtClean="0"/>
              <a:t>11/17/2025</a:t>
            </a:fld>
            <a:endParaRPr lang="en-US" dirty="0"/>
          </a:p>
        </p:txBody>
      </p:sp>
      <p:sp>
        <p:nvSpPr>
          <p:cNvPr id="5" name="Footer Placeholder 4">
            <a:extLst>
              <a:ext uri="{FF2B5EF4-FFF2-40B4-BE49-F238E27FC236}">
                <a16:creationId xmlns:a16="http://schemas.microsoft.com/office/drawing/2014/main" id="{82FA13D1-1FBA-E820-323B-77B41F1A665D}"/>
              </a:ext>
            </a:extLst>
          </p:cNvPr>
          <p:cNvSpPr>
            <a:spLocks noGrp="1"/>
          </p:cNvSpPr>
          <p:nvPr>
            <p:ph type="ftr" sz="quarter" idx="11"/>
          </p:nvPr>
        </p:nvSpPr>
        <p:spPr>
          <a:xfrm>
            <a:off x="8893370" y="6490524"/>
            <a:ext cx="2662834" cy="336141"/>
          </a:xfrm>
        </p:spPr>
        <p:txBody>
          <a:bodyPr/>
          <a:lstStyle/>
          <a:p>
            <a:r>
              <a:rPr lang="en-US" dirty="0"/>
              <a:t>Sample Footer Text</a:t>
            </a:r>
          </a:p>
        </p:txBody>
      </p:sp>
      <p:sp>
        <p:nvSpPr>
          <p:cNvPr id="6" name="Slide Number Placeholder 5">
            <a:extLst>
              <a:ext uri="{FF2B5EF4-FFF2-40B4-BE49-F238E27FC236}">
                <a16:creationId xmlns:a16="http://schemas.microsoft.com/office/drawing/2014/main" id="{FB39BE85-85F6-4636-C651-D87CC969A49E}"/>
              </a:ext>
            </a:extLst>
          </p:cNvPr>
          <p:cNvSpPr>
            <a:spLocks noGrp="1"/>
          </p:cNvSpPr>
          <p:nvPr>
            <p:ph type="sldNum" sz="quarter" idx="12"/>
          </p:nvPr>
        </p:nvSpPr>
        <p:spPr/>
        <p:txBody>
          <a:bodyPr/>
          <a:lstStyle/>
          <a:p>
            <a:fld id="{84C450F2-3BB4-4AE4-8A35-A9D7AEA4C850}" type="slidenum">
              <a:rPr lang="en-US" smtClean="0"/>
              <a:t>‹#›</a:t>
            </a:fld>
            <a:endParaRPr lang="en-US" dirty="0"/>
          </a:p>
        </p:txBody>
      </p:sp>
    </p:spTree>
    <p:extLst>
      <p:ext uri="{BB962C8B-B14F-4D97-AF65-F5344CB8AC3E}">
        <p14:creationId xmlns:p14="http://schemas.microsoft.com/office/powerpoint/2010/main" val="268509732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1_Section Header">
    <p:bg>
      <p:bgPr>
        <a:solidFill>
          <a:schemeClr val="bg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1D06AF-EF87-8489-2C82-DEB90B7EFE0C}"/>
              </a:ext>
            </a:extLst>
          </p:cNvPr>
          <p:cNvSpPr>
            <a:spLocks noGrp="1"/>
          </p:cNvSpPr>
          <p:nvPr>
            <p:ph type="title"/>
          </p:nvPr>
        </p:nvSpPr>
        <p:spPr>
          <a:xfrm>
            <a:off x="431172" y="553616"/>
            <a:ext cx="7914087" cy="4008859"/>
          </a:xfrm>
        </p:spPr>
        <p:txBody>
          <a:bodyPr anchor="t">
            <a:normAutofit/>
          </a:bodyPr>
          <a:lstStyle>
            <a:lvl1pPr>
              <a:defRPr sz="6000" cap="all" baseline="0"/>
            </a:lvl1pPr>
          </a:lstStyle>
          <a:p>
            <a:r>
              <a:rPr lang="en-US"/>
              <a:t>Click to edit Master title style</a:t>
            </a:r>
          </a:p>
        </p:txBody>
      </p:sp>
      <p:sp>
        <p:nvSpPr>
          <p:cNvPr id="3" name="Text Placeholder 2">
            <a:extLst>
              <a:ext uri="{FF2B5EF4-FFF2-40B4-BE49-F238E27FC236}">
                <a16:creationId xmlns:a16="http://schemas.microsoft.com/office/drawing/2014/main" id="{308E5678-CA38-1318-9EA2-5E0A4F9A59BA}"/>
              </a:ext>
            </a:extLst>
          </p:cNvPr>
          <p:cNvSpPr>
            <a:spLocks noGrp="1"/>
          </p:cNvSpPr>
          <p:nvPr>
            <p:ph type="body" idx="1"/>
          </p:nvPr>
        </p:nvSpPr>
        <p:spPr>
          <a:xfrm>
            <a:off x="431172" y="5088156"/>
            <a:ext cx="7914087" cy="1166648"/>
          </a:xfrm>
        </p:spPr>
        <p:txBody>
          <a:bodyPr anchor="b">
            <a:normAutofit/>
          </a:bodyPr>
          <a:lstStyle>
            <a:lvl1pPr marL="0" indent="0">
              <a:buNone/>
              <a:defRPr sz="200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44E99186-7E5A-60AF-DE69-5C7DA71611AB}"/>
              </a:ext>
            </a:extLst>
          </p:cNvPr>
          <p:cNvSpPr>
            <a:spLocks noGrp="1"/>
          </p:cNvSpPr>
          <p:nvPr>
            <p:ph type="dt" sz="half" idx="10"/>
          </p:nvPr>
        </p:nvSpPr>
        <p:spPr>
          <a:xfrm>
            <a:off x="431172" y="6490524"/>
            <a:ext cx="2841959" cy="336141"/>
          </a:xfrm>
        </p:spPr>
        <p:txBody>
          <a:bodyPr/>
          <a:lstStyle/>
          <a:p>
            <a:fld id="{91AF1D09-6B76-4716-AD3D-9F53166D3BF5}" type="datetime1">
              <a:rPr lang="en-US" smtClean="0"/>
              <a:t>11/17/2025</a:t>
            </a:fld>
            <a:endParaRPr lang="en-US" dirty="0"/>
          </a:p>
        </p:txBody>
      </p:sp>
      <p:sp>
        <p:nvSpPr>
          <p:cNvPr id="5" name="Footer Placeholder 4">
            <a:extLst>
              <a:ext uri="{FF2B5EF4-FFF2-40B4-BE49-F238E27FC236}">
                <a16:creationId xmlns:a16="http://schemas.microsoft.com/office/drawing/2014/main" id="{82FA13D1-1FBA-E820-323B-77B41F1A665D}"/>
              </a:ext>
            </a:extLst>
          </p:cNvPr>
          <p:cNvSpPr>
            <a:spLocks noGrp="1"/>
          </p:cNvSpPr>
          <p:nvPr>
            <p:ph type="ftr" sz="quarter" idx="11"/>
          </p:nvPr>
        </p:nvSpPr>
        <p:spPr>
          <a:xfrm>
            <a:off x="8893370" y="6490524"/>
            <a:ext cx="2662834" cy="336141"/>
          </a:xfrm>
        </p:spPr>
        <p:txBody>
          <a:bodyPr/>
          <a:lstStyle/>
          <a:p>
            <a:r>
              <a:rPr lang="en-US" dirty="0"/>
              <a:t>Sample Footer Text</a:t>
            </a:r>
          </a:p>
        </p:txBody>
      </p:sp>
      <p:sp>
        <p:nvSpPr>
          <p:cNvPr id="6" name="Slide Number Placeholder 5">
            <a:extLst>
              <a:ext uri="{FF2B5EF4-FFF2-40B4-BE49-F238E27FC236}">
                <a16:creationId xmlns:a16="http://schemas.microsoft.com/office/drawing/2014/main" id="{FB39BE85-85F6-4636-C651-D87CC969A49E}"/>
              </a:ext>
            </a:extLst>
          </p:cNvPr>
          <p:cNvSpPr>
            <a:spLocks noGrp="1"/>
          </p:cNvSpPr>
          <p:nvPr>
            <p:ph type="sldNum" sz="quarter" idx="12"/>
          </p:nvPr>
        </p:nvSpPr>
        <p:spPr/>
        <p:txBody>
          <a:bodyPr/>
          <a:lstStyle/>
          <a:p>
            <a:fld id="{84C450F2-3BB4-4AE4-8A35-A9D7AEA4C850}" type="slidenum">
              <a:rPr lang="en-US" smtClean="0"/>
              <a:t>‹#›</a:t>
            </a:fld>
            <a:endParaRPr lang="en-US" dirty="0"/>
          </a:p>
        </p:txBody>
      </p:sp>
    </p:spTree>
    <p:extLst>
      <p:ext uri="{BB962C8B-B14F-4D97-AF65-F5344CB8AC3E}">
        <p14:creationId xmlns:p14="http://schemas.microsoft.com/office/powerpoint/2010/main" val="70455591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431172" y="293302"/>
            <a:ext cx="11125032" cy="965101"/>
          </a:xfrm>
        </p:spPr>
        <p:txBody>
          <a:bodyPr/>
          <a:lstStyle/>
          <a:p>
            <a:r>
              <a:rPr lang="en-US" dirty="0"/>
              <a:t>Click to edit Master title style</a:t>
            </a:r>
          </a:p>
        </p:txBody>
      </p:sp>
      <p:sp>
        <p:nvSpPr>
          <p:cNvPr id="3" name="Content Placeholder 2">
            <a:extLst>
              <a:ext uri="{FF2B5EF4-FFF2-40B4-BE49-F238E27FC236}">
                <a16:creationId xmlns:a16="http://schemas.microsoft.com/office/drawing/2014/main" id="{6C2DD052-3E45-E789-01F8-33250024ECBD}"/>
              </a:ext>
            </a:extLst>
          </p:cNvPr>
          <p:cNvSpPr>
            <a:spLocks noGrp="1"/>
          </p:cNvSpPr>
          <p:nvPr>
            <p:ph idx="1"/>
          </p:nvPr>
        </p:nvSpPr>
        <p:spPr>
          <a:xfrm>
            <a:off x="431172" y="1384847"/>
            <a:ext cx="11125032" cy="490511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p>
            <a:fld id="{FE21D4C7-8630-4B98-978C-30388BBD4EE8}" type="datetime1">
              <a:rPr lang="en-US" smtClean="0"/>
              <a:t>11/17/2025</a:t>
            </a:fld>
            <a:endParaRPr lang="en-US" dirty="0"/>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p>
            <a:r>
              <a:rPr lang="en-US" dirty="0"/>
              <a:t>Sample Footer Text</a:t>
            </a:r>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p>
            <a:fld id="{84C450F2-3BB4-4AE4-8A35-A9D7AEA4C850}" type="slidenum">
              <a:rPr lang="en-US" smtClean="0"/>
              <a:t>‹#›</a:t>
            </a:fld>
            <a:endParaRPr lang="en-US" dirty="0"/>
          </a:p>
        </p:txBody>
      </p:sp>
    </p:spTree>
    <p:extLst>
      <p:ext uri="{BB962C8B-B14F-4D97-AF65-F5344CB8AC3E}">
        <p14:creationId xmlns:p14="http://schemas.microsoft.com/office/powerpoint/2010/main" val="257733007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Photo 1">
    <p:bg>
      <p:bgPr>
        <a:solidFill>
          <a:schemeClr val="tx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429768" y="5276088"/>
            <a:ext cx="11347704" cy="786384"/>
          </a:xfrm>
        </p:spPr>
        <p:txBody>
          <a:bodyPr anchor="b">
            <a:normAutofit/>
          </a:bodyPr>
          <a:lstStyle>
            <a:lvl1pPr algn="l">
              <a:defRPr sz="4400">
                <a:solidFill>
                  <a:schemeClr val="bg1"/>
                </a:solidFill>
              </a:defRPr>
            </a:lvl1pPr>
          </a:lstStyle>
          <a:p>
            <a:r>
              <a:rPr lang="en-US" dirty="0"/>
              <a:t>Click to edit Master title style</a:t>
            </a:r>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429768" y="5980176"/>
            <a:ext cx="11347704" cy="530352"/>
          </a:xfrm>
        </p:spPr>
        <p:txBody>
          <a:bodyPr anchor="ctr">
            <a:normAutofit/>
          </a:bodyPr>
          <a:lstStyle>
            <a:lvl1pPr marL="0" indent="0" algn="l">
              <a:buNone/>
              <a:defRPr sz="18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9" name="Picture Placeholder 8">
            <a:extLst>
              <a:ext uri="{FF2B5EF4-FFF2-40B4-BE49-F238E27FC236}">
                <a16:creationId xmlns:a16="http://schemas.microsoft.com/office/drawing/2014/main" id="{A9E06FED-92D3-C4D6-28D7-600D842F7AC3}"/>
              </a:ext>
            </a:extLst>
          </p:cNvPr>
          <p:cNvSpPr>
            <a:spLocks noGrp="1"/>
          </p:cNvSpPr>
          <p:nvPr>
            <p:ph type="pic" sz="quarter" idx="13"/>
          </p:nvPr>
        </p:nvSpPr>
        <p:spPr>
          <a:xfrm>
            <a:off x="0" y="0"/>
            <a:ext cx="11733150" cy="5135804"/>
          </a:xfrm>
          <a:custGeom>
            <a:avLst/>
            <a:gdLst>
              <a:gd name="connsiteX0" fmla="*/ 0 w 11733150"/>
              <a:gd name="connsiteY0" fmla="*/ 0 h 5135804"/>
              <a:gd name="connsiteX1" fmla="*/ 11733150 w 11733150"/>
              <a:gd name="connsiteY1" fmla="*/ 0 h 5135804"/>
              <a:gd name="connsiteX2" fmla="*/ 11733150 w 11733150"/>
              <a:gd name="connsiteY2" fmla="*/ 4533808 h 5135804"/>
              <a:gd name="connsiteX3" fmla="*/ 11131154 w 11733150"/>
              <a:gd name="connsiteY3" fmla="*/ 5135804 h 5135804"/>
              <a:gd name="connsiteX4" fmla="*/ 0 w 11733150"/>
              <a:gd name="connsiteY4" fmla="*/ 5135804 h 513580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733150" h="5135804">
                <a:moveTo>
                  <a:pt x="0" y="0"/>
                </a:moveTo>
                <a:lnTo>
                  <a:pt x="11733150" y="0"/>
                </a:lnTo>
                <a:lnTo>
                  <a:pt x="11733150" y="4533808"/>
                </a:lnTo>
                <a:cubicBezTo>
                  <a:pt x="11733150" y="4866281"/>
                  <a:pt x="11463627" y="5135804"/>
                  <a:pt x="11131154" y="5135804"/>
                </a:cubicBezTo>
                <a:lnTo>
                  <a:pt x="0" y="5135804"/>
                </a:lnTo>
                <a:close/>
              </a:path>
            </a:pathLst>
          </a:custGeom>
          <a:blipFill>
            <a:blip r:embed="rId2" cstate="screen">
              <a:extLst>
                <a:ext uri="{28A0092B-C50C-407E-A947-70E740481C1C}">
                  <a14:useLocalDpi xmlns:a14="http://schemas.microsoft.com/office/drawing/2010/main"/>
                </a:ext>
              </a:extLst>
            </a:blip>
            <a:stretch>
              <a:fillRect/>
            </a:stretch>
          </a:blipFill>
        </p:spPr>
        <p:txBody>
          <a:bodyPr wrap="square">
            <a:noAutofit/>
          </a:bodyPr>
          <a:lstStyle>
            <a:lvl1pPr marL="0" indent="0">
              <a:buNone/>
              <a:defRPr/>
            </a:lvl1pPr>
          </a:lstStyle>
          <a:p>
            <a:endParaRPr lang="en-US" dirty="0"/>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a:xfrm>
            <a:off x="137160" y="6519672"/>
            <a:ext cx="3494314" cy="365125"/>
          </a:xfrm>
        </p:spPr>
        <p:txBody>
          <a:bodyPr/>
          <a:lstStyle>
            <a:lvl1pPr>
              <a:defRPr>
                <a:solidFill>
                  <a:schemeClr val="bg1"/>
                </a:solidFill>
                <a:effectLst/>
              </a:defRPr>
            </a:lvl1pPr>
          </a:lstStyle>
          <a:p>
            <a:fld id="{8C13480A-5F85-4A30-80F2-F92581C6474C}" type="datetime1">
              <a:rPr lang="en-US" smtClean="0"/>
              <a:t>11/17/2025</a:t>
            </a:fld>
            <a:endParaRPr lang="en-US" dirty="0"/>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a:xfrm>
            <a:off x="8876521" y="6519672"/>
            <a:ext cx="2805405" cy="365125"/>
          </a:xfrm>
        </p:spPr>
        <p:txBody>
          <a:bodyPr/>
          <a:lstStyle>
            <a:lvl1pPr>
              <a:defRPr>
                <a:solidFill>
                  <a:schemeClr val="bg1"/>
                </a:solidFill>
                <a:effectLst/>
              </a:defRPr>
            </a:lvl1pPr>
          </a:lstStyle>
          <a:p>
            <a:r>
              <a:rPr lang="en-US" dirty="0"/>
              <a:t>Sample Footer Text</a:t>
            </a:r>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a:xfrm>
            <a:off x="11632162" y="6519672"/>
            <a:ext cx="429207" cy="365125"/>
          </a:xfrm>
        </p:spPr>
        <p:txBody>
          <a:bodyPr vert="horz" lIns="91440" tIns="45720" rIns="91440" bIns="45720" rtlCol="0" anchor="ctr"/>
          <a:lstStyle>
            <a:lvl1pPr>
              <a:defRPr lang="en-US" smtClean="0">
                <a:solidFill>
                  <a:schemeClr val="bg2"/>
                </a:solidFill>
              </a:defRPr>
            </a:lvl1pPr>
          </a:lstStyle>
          <a:p>
            <a:fld id="{CC057153-B650-4DEB-B370-79DDCFDCE934}" type="slidenum">
              <a:rPr lang="en-US" smtClean="0"/>
              <a:pPr/>
              <a:t>‹#›</a:t>
            </a:fld>
            <a:endParaRPr lang="en-US" dirty="0"/>
          </a:p>
        </p:txBody>
      </p:sp>
    </p:spTree>
    <p:extLst>
      <p:ext uri="{BB962C8B-B14F-4D97-AF65-F5344CB8AC3E}">
        <p14:creationId xmlns:p14="http://schemas.microsoft.com/office/powerpoint/2010/main" val="1391303189"/>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Photo 2">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429768" y="411480"/>
            <a:ext cx="4590288" cy="3739896"/>
          </a:xfrm>
        </p:spPr>
        <p:txBody>
          <a:bodyPr anchor="t">
            <a:normAutofit/>
          </a:bodyPr>
          <a:lstStyle>
            <a:lvl1pPr algn="l">
              <a:defRPr sz="5200">
                <a:solidFill>
                  <a:schemeClr val="tx2"/>
                </a:solidFill>
              </a:defRPr>
            </a:lvl1pPr>
          </a:lstStyle>
          <a:p>
            <a:r>
              <a:rPr lang="en-US" dirty="0"/>
              <a:t>Click to edit Master title style</a:t>
            </a:r>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429768" y="4873752"/>
            <a:ext cx="4206240" cy="1380744"/>
          </a:xfrm>
        </p:spPr>
        <p:txBody>
          <a:bodyPr anchor="b">
            <a:normAutofit/>
          </a:bodyPr>
          <a:lstStyle>
            <a:lvl1pPr marL="0" indent="0" algn="l">
              <a:buNone/>
              <a:defRPr sz="1800">
                <a:solidFill>
                  <a:schemeClr val="tx2"/>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15" name="Picture Placeholder 6">
            <a:extLst>
              <a:ext uri="{FF2B5EF4-FFF2-40B4-BE49-F238E27FC236}">
                <a16:creationId xmlns:a16="http://schemas.microsoft.com/office/drawing/2014/main" id="{3D161DAC-42AF-C3D9-37A1-04B90F30DEED}"/>
              </a:ext>
            </a:extLst>
          </p:cNvPr>
          <p:cNvSpPr>
            <a:spLocks noGrp="1"/>
          </p:cNvSpPr>
          <p:nvPr>
            <p:ph type="pic" sz="quarter" idx="13"/>
          </p:nvPr>
        </p:nvSpPr>
        <p:spPr>
          <a:xfrm>
            <a:off x="5586160" y="0"/>
            <a:ext cx="6605841" cy="6399152"/>
          </a:xfrm>
          <a:custGeom>
            <a:avLst/>
            <a:gdLst>
              <a:gd name="connsiteX0" fmla="*/ 0 w 6605841"/>
              <a:gd name="connsiteY0" fmla="*/ 0 h 6399152"/>
              <a:gd name="connsiteX1" fmla="*/ 6605841 w 6605841"/>
              <a:gd name="connsiteY1" fmla="*/ 0 h 6399152"/>
              <a:gd name="connsiteX2" fmla="*/ 6605841 w 6605841"/>
              <a:gd name="connsiteY2" fmla="*/ 6399152 h 6399152"/>
              <a:gd name="connsiteX3" fmla="*/ 601995 w 6605841"/>
              <a:gd name="connsiteY3" fmla="*/ 6399152 h 6399152"/>
              <a:gd name="connsiteX4" fmla="*/ 0 w 6605841"/>
              <a:gd name="connsiteY4" fmla="*/ 5797156 h 639915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605841" h="6399152">
                <a:moveTo>
                  <a:pt x="0" y="0"/>
                </a:moveTo>
                <a:lnTo>
                  <a:pt x="6605841" y="0"/>
                </a:lnTo>
                <a:lnTo>
                  <a:pt x="6605841" y="6399152"/>
                </a:lnTo>
                <a:lnTo>
                  <a:pt x="601995" y="6399152"/>
                </a:lnTo>
                <a:cubicBezTo>
                  <a:pt x="269522" y="6399152"/>
                  <a:pt x="0" y="6129629"/>
                  <a:pt x="0" y="5797156"/>
                </a:cubicBezTo>
                <a:close/>
              </a:path>
            </a:pathLst>
          </a:custGeom>
          <a:blipFill>
            <a:blip r:embed="rId2" cstate="screen">
              <a:extLst>
                <a:ext uri="{28A0092B-C50C-407E-A947-70E740481C1C}">
                  <a14:useLocalDpi xmlns:a14="http://schemas.microsoft.com/office/drawing/2010/main"/>
                </a:ext>
              </a:extLst>
            </a:blip>
            <a:stretch>
              <a:fillRect/>
            </a:stretch>
          </a:blipFill>
        </p:spPr>
        <p:txBody>
          <a:bodyPr wrap="square">
            <a:noAutofit/>
          </a:bodyPr>
          <a:lstStyle>
            <a:lvl1pPr marL="0" indent="0">
              <a:buNone/>
              <a:defRPr/>
            </a:lvl1pPr>
          </a:lstStyle>
          <a:p>
            <a:endParaRPr lang="en-US" dirty="0"/>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p:txBody>
          <a:bodyPr/>
          <a:lstStyle>
            <a:lvl1pPr>
              <a:defRPr>
                <a:solidFill>
                  <a:schemeClr val="tx2"/>
                </a:solidFill>
                <a:effectLst/>
              </a:defRPr>
            </a:lvl1pPr>
          </a:lstStyle>
          <a:p>
            <a:fld id="{B2BF18D3-87BE-4A2D-AD2C-B21E415FD900}" type="datetime1">
              <a:rPr lang="en-US" smtClean="0"/>
              <a:t>11/17/2025</a:t>
            </a:fld>
            <a:endParaRPr lang="en-US" dirty="0"/>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p:txBody>
          <a:bodyPr/>
          <a:lstStyle>
            <a:lvl1pPr>
              <a:defRPr>
                <a:solidFill>
                  <a:schemeClr val="tx2"/>
                </a:solidFill>
              </a:defRPr>
            </a:lvl1pPr>
          </a:lstStyle>
          <a:p>
            <a:r>
              <a:rPr lang="en-US" dirty="0"/>
              <a:t>Sample Footer Text</a:t>
            </a:r>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p:txBody>
          <a:bodyPr/>
          <a:lstStyle>
            <a:lvl1pPr>
              <a:defRPr>
                <a:solidFill>
                  <a:schemeClr val="tx2"/>
                </a:solidFill>
              </a:defRPr>
            </a:lvl1pPr>
          </a:lstStyle>
          <a:p>
            <a:fld id="{CC057153-B650-4DEB-B370-79DDCFDCE934}" type="slidenum">
              <a:rPr lang="en-US" smtClean="0"/>
              <a:pPr/>
              <a:t>‹#›</a:t>
            </a:fld>
            <a:endParaRPr lang="en-US" dirty="0"/>
          </a:p>
        </p:txBody>
      </p:sp>
    </p:spTree>
    <p:extLst>
      <p:ext uri="{BB962C8B-B14F-4D97-AF65-F5344CB8AC3E}">
        <p14:creationId xmlns:p14="http://schemas.microsoft.com/office/powerpoint/2010/main" val="2415447349"/>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itle, Photo 3">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429768" y="411480"/>
            <a:ext cx="5330952" cy="3739896"/>
          </a:xfrm>
        </p:spPr>
        <p:txBody>
          <a:bodyPr anchor="t">
            <a:normAutofit/>
          </a:bodyPr>
          <a:lstStyle>
            <a:lvl1pPr algn="l">
              <a:defRPr sz="6600">
                <a:solidFill>
                  <a:schemeClr val="tx2"/>
                </a:solidFill>
              </a:defRPr>
            </a:lvl1pPr>
          </a:lstStyle>
          <a:p>
            <a:r>
              <a:rPr lang="en-US"/>
              <a:t>Click to edit Master title style</a:t>
            </a:r>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429768" y="4873752"/>
            <a:ext cx="4517136" cy="1380744"/>
          </a:xfrm>
        </p:spPr>
        <p:txBody>
          <a:bodyPr anchor="b">
            <a:normAutofit/>
          </a:bodyPr>
          <a:lstStyle>
            <a:lvl1pPr marL="0" indent="0" algn="l">
              <a:buNone/>
              <a:defRPr sz="1800">
                <a:solidFill>
                  <a:schemeClr val="tx2"/>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10" name="Picture Placeholder 6">
            <a:extLst>
              <a:ext uri="{FF2B5EF4-FFF2-40B4-BE49-F238E27FC236}">
                <a16:creationId xmlns:a16="http://schemas.microsoft.com/office/drawing/2014/main" id="{DEE3B02A-3B83-3083-3F07-26E25C6C135D}"/>
              </a:ext>
            </a:extLst>
          </p:cNvPr>
          <p:cNvSpPr>
            <a:spLocks noGrp="1"/>
          </p:cNvSpPr>
          <p:nvPr>
            <p:ph type="pic" sz="quarter" idx="13"/>
          </p:nvPr>
        </p:nvSpPr>
        <p:spPr>
          <a:xfrm>
            <a:off x="6517248" y="0"/>
            <a:ext cx="5674753" cy="6399152"/>
          </a:xfrm>
          <a:custGeom>
            <a:avLst/>
            <a:gdLst>
              <a:gd name="connsiteX0" fmla="*/ 0 w 5674753"/>
              <a:gd name="connsiteY0" fmla="*/ 0 h 6399152"/>
              <a:gd name="connsiteX1" fmla="*/ 5674753 w 5674753"/>
              <a:gd name="connsiteY1" fmla="*/ 0 h 6399152"/>
              <a:gd name="connsiteX2" fmla="*/ 5674753 w 5674753"/>
              <a:gd name="connsiteY2" fmla="*/ 6399152 h 6399152"/>
              <a:gd name="connsiteX3" fmla="*/ 601996 w 5674753"/>
              <a:gd name="connsiteY3" fmla="*/ 6399152 h 6399152"/>
              <a:gd name="connsiteX4" fmla="*/ 0 w 5674753"/>
              <a:gd name="connsiteY4" fmla="*/ 5797156 h 639915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674753" h="6399152">
                <a:moveTo>
                  <a:pt x="0" y="0"/>
                </a:moveTo>
                <a:lnTo>
                  <a:pt x="5674753" y="0"/>
                </a:lnTo>
                <a:lnTo>
                  <a:pt x="5674753" y="6399152"/>
                </a:lnTo>
                <a:lnTo>
                  <a:pt x="601996" y="6399152"/>
                </a:lnTo>
                <a:cubicBezTo>
                  <a:pt x="269523" y="6399152"/>
                  <a:pt x="0" y="6129629"/>
                  <a:pt x="0" y="5797156"/>
                </a:cubicBezTo>
                <a:close/>
              </a:path>
            </a:pathLst>
          </a:custGeom>
          <a:blipFill>
            <a:blip r:embed="rId2" cstate="screen">
              <a:extLst>
                <a:ext uri="{28A0092B-C50C-407E-A947-70E740481C1C}">
                  <a14:useLocalDpi xmlns:a14="http://schemas.microsoft.com/office/drawing/2010/main"/>
                </a:ext>
              </a:extLst>
            </a:blip>
            <a:stretch>
              <a:fillRect/>
            </a:stretch>
          </a:blipFill>
        </p:spPr>
        <p:txBody>
          <a:bodyPr wrap="square">
            <a:noAutofit/>
          </a:bodyPr>
          <a:lstStyle>
            <a:lvl1pPr marL="0" indent="0">
              <a:buNone/>
              <a:defRPr/>
            </a:lvl1pPr>
          </a:lstStyle>
          <a:p>
            <a:endParaRPr lang="en-US" dirty="0"/>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p:txBody>
          <a:bodyPr/>
          <a:lstStyle>
            <a:lvl1pPr>
              <a:defRPr>
                <a:solidFill>
                  <a:schemeClr val="tx2"/>
                </a:solidFill>
                <a:effectLst/>
              </a:defRPr>
            </a:lvl1pPr>
          </a:lstStyle>
          <a:p>
            <a:fld id="{73F0B94E-0195-4FC9-AEFD-CCBB878ACEDF}" type="datetime1">
              <a:rPr lang="en-US" smtClean="0"/>
              <a:t>11/17/2025</a:t>
            </a:fld>
            <a:endParaRPr lang="en-US" dirty="0"/>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p:txBody>
          <a:bodyPr/>
          <a:lstStyle>
            <a:lvl1pPr>
              <a:defRPr>
                <a:solidFill>
                  <a:schemeClr val="tx2"/>
                </a:solidFill>
              </a:defRPr>
            </a:lvl1pPr>
          </a:lstStyle>
          <a:p>
            <a:r>
              <a:rPr lang="en-US" dirty="0"/>
              <a:t>Sample Footer Text</a:t>
            </a:r>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p:txBody>
          <a:bodyPr/>
          <a:lstStyle>
            <a:lvl1pPr>
              <a:defRPr>
                <a:solidFill>
                  <a:schemeClr val="tx2"/>
                </a:solidFill>
              </a:defRPr>
            </a:lvl1pPr>
          </a:lstStyle>
          <a:p>
            <a:fld id="{CC057153-B650-4DEB-B370-79DDCFDCE934}" type="slidenum">
              <a:rPr lang="en-US" smtClean="0"/>
              <a:pPr/>
              <a:t>‹#›</a:t>
            </a:fld>
            <a:endParaRPr lang="en-US" dirty="0"/>
          </a:p>
        </p:txBody>
      </p:sp>
    </p:spTree>
    <p:extLst>
      <p:ext uri="{BB962C8B-B14F-4D97-AF65-F5344CB8AC3E}">
        <p14:creationId xmlns:p14="http://schemas.microsoft.com/office/powerpoint/2010/main" val="250897138"/>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itle, Photo 4">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7269480" y="411480"/>
            <a:ext cx="4361688" cy="3968496"/>
          </a:xfrm>
        </p:spPr>
        <p:txBody>
          <a:bodyPr anchor="t">
            <a:normAutofit/>
          </a:bodyPr>
          <a:lstStyle>
            <a:lvl1pPr algn="l">
              <a:defRPr sz="5400">
                <a:solidFill>
                  <a:schemeClr val="tx2"/>
                </a:solidFill>
              </a:defRPr>
            </a:lvl1pPr>
          </a:lstStyle>
          <a:p>
            <a:r>
              <a:rPr lang="en-US"/>
              <a:t>Click to edit Master title style</a:t>
            </a:r>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7269480" y="4873752"/>
            <a:ext cx="4206240" cy="1380744"/>
          </a:xfrm>
        </p:spPr>
        <p:txBody>
          <a:bodyPr anchor="b">
            <a:normAutofit/>
          </a:bodyPr>
          <a:lstStyle>
            <a:lvl1pPr marL="0" indent="0" algn="l">
              <a:buNone/>
              <a:defRPr sz="1800">
                <a:solidFill>
                  <a:schemeClr val="tx2"/>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11" name="Picture Placeholder 6">
            <a:extLst>
              <a:ext uri="{FF2B5EF4-FFF2-40B4-BE49-F238E27FC236}">
                <a16:creationId xmlns:a16="http://schemas.microsoft.com/office/drawing/2014/main" id="{1D6AB98B-BD95-F9FC-BB22-1A89B6EE3246}"/>
              </a:ext>
            </a:extLst>
          </p:cNvPr>
          <p:cNvSpPr>
            <a:spLocks noGrp="1"/>
          </p:cNvSpPr>
          <p:nvPr>
            <p:ph type="pic" sz="quarter" idx="13"/>
          </p:nvPr>
        </p:nvSpPr>
        <p:spPr>
          <a:xfrm>
            <a:off x="0" y="0"/>
            <a:ext cx="6604503" cy="6399152"/>
          </a:xfrm>
          <a:custGeom>
            <a:avLst/>
            <a:gdLst>
              <a:gd name="connsiteX0" fmla="*/ 0 w 6604503"/>
              <a:gd name="connsiteY0" fmla="*/ 0 h 6399152"/>
              <a:gd name="connsiteX1" fmla="*/ 6604503 w 6604503"/>
              <a:gd name="connsiteY1" fmla="*/ 0 h 6399152"/>
              <a:gd name="connsiteX2" fmla="*/ 6604503 w 6604503"/>
              <a:gd name="connsiteY2" fmla="*/ 5797156 h 6399152"/>
              <a:gd name="connsiteX3" fmla="*/ 6002507 w 6604503"/>
              <a:gd name="connsiteY3" fmla="*/ 6399152 h 6399152"/>
              <a:gd name="connsiteX4" fmla="*/ 0 w 6604503"/>
              <a:gd name="connsiteY4" fmla="*/ 6399152 h 639915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604503" h="6399152">
                <a:moveTo>
                  <a:pt x="0" y="0"/>
                </a:moveTo>
                <a:lnTo>
                  <a:pt x="6604503" y="0"/>
                </a:lnTo>
                <a:lnTo>
                  <a:pt x="6604503" y="5797156"/>
                </a:lnTo>
                <a:cubicBezTo>
                  <a:pt x="6604503" y="6129629"/>
                  <a:pt x="6334980" y="6399152"/>
                  <a:pt x="6002507" y="6399152"/>
                </a:cubicBezTo>
                <a:lnTo>
                  <a:pt x="0" y="6399152"/>
                </a:lnTo>
                <a:close/>
              </a:path>
            </a:pathLst>
          </a:custGeom>
          <a:blipFill>
            <a:blip r:embed="rId2" cstate="screen">
              <a:extLst>
                <a:ext uri="{28A0092B-C50C-407E-A947-70E740481C1C}">
                  <a14:useLocalDpi xmlns:a14="http://schemas.microsoft.com/office/drawing/2010/main"/>
                </a:ext>
              </a:extLst>
            </a:blip>
            <a:stretch>
              <a:fillRect/>
            </a:stretch>
          </a:blipFill>
        </p:spPr>
        <p:txBody>
          <a:bodyPr wrap="square">
            <a:noAutofit/>
          </a:bodyPr>
          <a:lstStyle>
            <a:lvl1pPr marL="0" indent="0">
              <a:buNone/>
              <a:defRPr/>
            </a:lvl1pPr>
          </a:lstStyle>
          <a:p>
            <a:endParaRPr lang="en-US" dirty="0"/>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p:txBody>
          <a:bodyPr/>
          <a:lstStyle>
            <a:lvl1pPr>
              <a:defRPr>
                <a:solidFill>
                  <a:schemeClr val="tx2"/>
                </a:solidFill>
                <a:effectLst/>
              </a:defRPr>
            </a:lvl1pPr>
          </a:lstStyle>
          <a:p>
            <a:fld id="{9B0F68CC-6BDD-49E7-8971-97164A4B1FA2}" type="datetime1">
              <a:rPr lang="en-US" smtClean="0"/>
              <a:t>11/17/2025</a:t>
            </a:fld>
            <a:endParaRPr lang="en-US" dirty="0"/>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p:txBody>
          <a:bodyPr/>
          <a:lstStyle>
            <a:lvl1pPr>
              <a:defRPr>
                <a:solidFill>
                  <a:schemeClr val="tx2"/>
                </a:solidFill>
              </a:defRPr>
            </a:lvl1pPr>
          </a:lstStyle>
          <a:p>
            <a:r>
              <a:rPr lang="en-US" dirty="0"/>
              <a:t>Sample Footer Text</a:t>
            </a:r>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p:txBody>
          <a:bodyPr/>
          <a:lstStyle>
            <a:lvl1pPr>
              <a:defRPr>
                <a:solidFill>
                  <a:schemeClr val="tx2"/>
                </a:solidFill>
              </a:defRPr>
            </a:lvl1pPr>
          </a:lstStyle>
          <a:p>
            <a:fld id="{CC057153-B650-4DEB-B370-79DDCFDCE934}" type="slidenum">
              <a:rPr lang="en-US" smtClean="0"/>
              <a:pPr/>
              <a:t>‹#›</a:t>
            </a:fld>
            <a:endParaRPr lang="en-US" dirty="0"/>
          </a:p>
        </p:txBody>
      </p:sp>
    </p:spTree>
    <p:extLst>
      <p:ext uri="{BB962C8B-B14F-4D97-AF65-F5344CB8AC3E}">
        <p14:creationId xmlns:p14="http://schemas.microsoft.com/office/powerpoint/2010/main" val="3142730052"/>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Agenda">
    <p:bg>
      <p:bgRef idx="1001">
        <a:schemeClr val="bg2"/>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4019F8-742E-9EEF-F591-C9666AC32AF1}"/>
              </a:ext>
            </a:extLst>
          </p:cNvPr>
          <p:cNvSpPr>
            <a:spLocks noGrp="1"/>
          </p:cNvSpPr>
          <p:nvPr>
            <p:ph type="title"/>
          </p:nvPr>
        </p:nvSpPr>
        <p:spPr>
          <a:xfrm>
            <a:off x="429768" y="411480"/>
            <a:ext cx="11045952" cy="1828800"/>
          </a:xfrm>
        </p:spPr>
        <p:txBody>
          <a:bodyPr anchor="t">
            <a:normAutofit/>
          </a:bodyPr>
          <a:lstStyle>
            <a:lvl1pPr>
              <a:defRPr sz="8000"/>
            </a:lvl1pPr>
          </a:lstStyle>
          <a:p>
            <a:r>
              <a:rPr lang="en-US" dirty="0"/>
              <a:t>Click to edit Master title style</a:t>
            </a:r>
          </a:p>
        </p:txBody>
      </p:sp>
      <p:sp>
        <p:nvSpPr>
          <p:cNvPr id="7" name="Content Placeholder 6">
            <a:extLst>
              <a:ext uri="{FF2B5EF4-FFF2-40B4-BE49-F238E27FC236}">
                <a16:creationId xmlns:a16="http://schemas.microsoft.com/office/drawing/2014/main" id="{28C8B19A-6FC1-2B71-0BFB-9274CBF396B9}"/>
              </a:ext>
            </a:extLst>
          </p:cNvPr>
          <p:cNvSpPr>
            <a:spLocks noGrp="1"/>
          </p:cNvSpPr>
          <p:nvPr>
            <p:ph sz="quarter" idx="13"/>
          </p:nvPr>
        </p:nvSpPr>
        <p:spPr>
          <a:xfrm>
            <a:off x="6272784" y="2423160"/>
            <a:ext cx="5202936" cy="3858768"/>
          </a:xfrm>
        </p:spPr>
        <p:txBody>
          <a:bodyPr vert="horz" lIns="91440" tIns="45720" rIns="91440" bIns="45720" rtlCol="0">
            <a:normAutofit/>
          </a:bodyPr>
          <a:lstStyle>
            <a:lvl1pPr marL="457200" indent="-457200">
              <a:buFont typeface="+mj-lt"/>
              <a:buAutoNum type="arabicPeriod"/>
              <a:defRPr lang="en-US" dirty="0"/>
            </a:lvl1pPr>
            <a:lvl2pPr marL="571500" indent="-342900">
              <a:buFont typeface="+mj-lt"/>
              <a:buAutoNum type="alphaLcPeriod"/>
              <a:defRPr lang="en-US" dirty="0"/>
            </a:lvl2pPr>
            <a:lvl3pPr marL="800100" indent="-342900">
              <a:buFont typeface="+mj-lt"/>
              <a:buAutoNum type="romanLcPeriod"/>
              <a:defRPr lang="en-US" dirty="0"/>
            </a:lvl3pPr>
            <a:lvl4pPr marL="914400" indent="-228600">
              <a:buFont typeface="+mj-lt"/>
              <a:buAutoNum type="arabicParenR"/>
              <a:defRPr lang="en-US" dirty="0"/>
            </a:lvl4pPr>
            <a:lvl5pPr marL="1143000" indent="-228600">
              <a:buFont typeface="+mj-lt"/>
              <a:buAutoNum type="alphaLcParenR"/>
              <a:defRPr lang="en-US" dirty="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 name="Date Placeholder 2">
            <a:extLst>
              <a:ext uri="{FF2B5EF4-FFF2-40B4-BE49-F238E27FC236}">
                <a16:creationId xmlns:a16="http://schemas.microsoft.com/office/drawing/2014/main" id="{6CC77F2D-39D2-22F7-CF0B-39D63EBF00B7}"/>
              </a:ext>
            </a:extLst>
          </p:cNvPr>
          <p:cNvSpPr>
            <a:spLocks noGrp="1"/>
          </p:cNvSpPr>
          <p:nvPr>
            <p:ph type="dt" sz="half" idx="10"/>
          </p:nvPr>
        </p:nvSpPr>
        <p:spPr/>
        <p:txBody>
          <a:bodyPr/>
          <a:lstStyle/>
          <a:p>
            <a:fld id="{E244D5D5-F2FF-4BCB-BACC-FA9A736697CB}" type="datetime1">
              <a:rPr lang="en-US" smtClean="0"/>
              <a:t>11/17/2025</a:t>
            </a:fld>
            <a:endParaRPr lang="en-US" dirty="0"/>
          </a:p>
        </p:txBody>
      </p:sp>
      <p:sp>
        <p:nvSpPr>
          <p:cNvPr id="4" name="Footer Placeholder 3">
            <a:extLst>
              <a:ext uri="{FF2B5EF4-FFF2-40B4-BE49-F238E27FC236}">
                <a16:creationId xmlns:a16="http://schemas.microsoft.com/office/drawing/2014/main" id="{0B12CFE6-D05E-5478-B3A4-81DC4DCD7410}"/>
              </a:ext>
            </a:extLst>
          </p:cNvPr>
          <p:cNvSpPr>
            <a:spLocks noGrp="1"/>
          </p:cNvSpPr>
          <p:nvPr>
            <p:ph type="ftr" sz="quarter" idx="11"/>
          </p:nvPr>
        </p:nvSpPr>
        <p:spPr/>
        <p:txBody>
          <a:bodyPr/>
          <a:lstStyle/>
          <a:p>
            <a:r>
              <a:rPr lang="en-US" dirty="0"/>
              <a:t>Sample Footer Text</a:t>
            </a:r>
          </a:p>
        </p:txBody>
      </p:sp>
      <p:sp>
        <p:nvSpPr>
          <p:cNvPr id="5" name="Slide Number Placeholder 4">
            <a:extLst>
              <a:ext uri="{FF2B5EF4-FFF2-40B4-BE49-F238E27FC236}">
                <a16:creationId xmlns:a16="http://schemas.microsoft.com/office/drawing/2014/main" id="{626B86D3-24E1-029E-BA22-9F17F9517D65}"/>
              </a:ext>
            </a:extLst>
          </p:cNvPr>
          <p:cNvSpPr>
            <a:spLocks noGrp="1"/>
          </p:cNvSpPr>
          <p:nvPr>
            <p:ph type="sldNum" sz="quarter" idx="12"/>
          </p:nvPr>
        </p:nvSpPr>
        <p:spPr/>
        <p:txBody>
          <a:bodyPr/>
          <a:lstStyle/>
          <a:p>
            <a:fld id="{CC057153-B650-4DEB-B370-79DDCFDCE934}" type="slidenum">
              <a:rPr lang="en-US" smtClean="0"/>
              <a:t>‹#›</a:t>
            </a:fld>
            <a:endParaRPr lang="en-US" dirty="0"/>
          </a:p>
        </p:txBody>
      </p:sp>
    </p:spTree>
    <p:extLst>
      <p:ext uri="{BB962C8B-B14F-4D97-AF65-F5344CB8AC3E}">
        <p14:creationId xmlns:p14="http://schemas.microsoft.com/office/powerpoint/2010/main" val="1410534985"/>
      </p:ext>
    </p:extLst>
  </p:cSld>
  <p:clrMapOvr>
    <a:overrideClrMapping bg1="lt1" tx1="dk1" bg2="lt2" tx2="dk2" accent1="accent1" accent2="accent2" accent3="accent3" accent4="accent4" accent5="accent5" accent6="accent6" hlink="hlink" folHlink="folHlink"/>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Agenda 2">
    <p:bg>
      <p:bgRef idx="1001">
        <a:schemeClr val="bg2"/>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7691006" y="998230"/>
            <a:ext cx="3951469" cy="1947672"/>
          </a:xfrm>
        </p:spPr>
        <p:txBody>
          <a:bodyPr anchor="b">
            <a:noAutofit/>
          </a:bodyPr>
          <a:lstStyle>
            <a:lvl1pPr>
              <a:defRPr sz="4400"/>
            </a:lvl1pPr>
          </a:lstStyle>
          <a:p>
            <a:r>
              <a:rPr lang="en-US" dirty="0"/>
              <a:t>Click to edit Master title style</a:t>
            </a:r>
          </a:p>
        </p:txBody>
      </p:sp>
      <p:sp>
        <p:nvSpPr>
          <p:cNvPr id="9" name="Picture Placeholder 3">
            <a:extLst>
              <a:ext uri="{FF2B5EF4-FFF2-40B4-BE49-F238E27FC236}">
                <a16:creationId xmlns:a16="http://schemas.microsoft.com/office/drawing/2014/main" id="{DD60ACDC-1760-F721-E270-0D2FC4872DF2}"/>
              </a:ext>
            </a:extLst>
          </p:cNvPr>
          <p:cNvSpPr>
            <a:spLocks noGrp="1"/>
          </p:cNvSpPr>
          <p:nvPr>
            <p:ph type="pic" sz="quarter" idx="15"/>
          </p:nvPr>
        </p:nvSpPr>
        <p:spPr>
          <a:xfrm>
            <a:off x="0" y="0"/>
            <a:ext cx="7002464" cy="6399152"/>
          </a:xfrm>
          <a:custGeom>
            <a:avLst/>
            <a:gdLst>
              <a:gd name="connsiteX0" fmla="*/ 0 w 7002464"/>
              <a:gd name="connsiteY0" fmla="*/ 0 h 6399152"/>
              <a:gd name="connsiteX1" fmla="*/ 7002464 w 7002464"/>
              <a:gd name="connsiteY1" fmla="*/ 0 h 6399152"/>
              <a:gd name="connsiteX2" fmla="*/ 7002464 w 7002464"/>
              <a:gd name="connsiteY2" fmla="*/ 5797156 h 6399152"/>
              <a:gd name="connsiteX3" fmla="*/ 6400468 w 7002464"/>
              <a:gd name="connsiteY3" fmla="*/ 6399152 h 6399152"/>
              <a:gd name="connsiteX4" fmla="*/ 0 w 7002464"/>
              <a:gd name="connsiteY4" fmla="*/ 6399152 h 639915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002464" h="6399152">
                <a:moveTo>
                  <a:pt x="0" y="0"/>
                </a:moveTo>
                <a:lnTo>
                  <a:pt x="7002464" y="0"/>
                </a:lnTo>
                <a:lnTo>
                  <a:pt x="7002464" y="5797156"/>
                </a:lnTo>
                <a:cubicBezTo>
                  <a:pt x="7002464" y="6129629"/>
                  <a:pt x="6732941" y="6399152"/>
                  <a:pt x="6400468" y="6399152"/>
                </a:cubicBezTo>
                <a:lnTo>
                  <a:pt x="0" y="6399152"/>
                </a:lnTo>
                <a:close/>
              </a:path>
            </a:pathLst>
          </a:custGeom>
          <a:blipFill dpi="0" rotWithShape="1">
            <a:blip r:embed="rId2" cstate="screen">
              <a:extLst>
                <a:ext uri="{28A0092B-C50C-407E-A947-70E740481C1C}">
                  <a14:useLocalDpi xmlns:a14="http://schemas.microsoft.com/office/drawing/2010/main"/>
                </a:ext>
              </a:extLst>
            </a:blip>
            <a:srcRect/>
            <a:stretch>
              <a:fillRect/>
            </a:stretch>
          </a:blipFill>
        </p:spPr>
        <p:txBody>
          <a:bodyPr wrap="square">
            <a:noAutofit/>
          </a:bodyPr>
          <a:lstStyle>
            <a:lvl1pPr marL="0" indent="0">
              <a:buNone/>
              <a:defRPr/>
            </a:lvl1pPr>
          </a:lstStyle>
          <a:p>
            <a:endParaRPr lang="en-US" dirty="0"/>
          </a:p>
        </p:txBody>
      </p:sp>
      <p:sp>
        <p:nvSpPr>
          <p:cNvPr id="8" name="Content Placeholder 7">
            <a:extLst>
              <a:ext uri="{FF2B5EF4-FFF2-40B4-BE49-F238E27FC236}">
                <a16:creationId xmlns:a16="http://schemas.microsoft.com/office/drawing/2014/main" id="{6E0D00CE-C191-6DE5-9D82-7EFB59BC3739}"/>
              </a:ext>
            </a:extLst>
          </p:cNvPr>
          <p:cNvSpPr>
            <a:spLocks noGrp="1"/>
          </p:cNvSpPr>
          <p:nvPr>
            <p:ph sz="quarter" idx="14"/>
          </p:nvPr>
        </p:nvSpPr>
        <p:spPr>
          <a:xfrm>
            <a:off x="7691007" y="3099815"/>
            <a:ext cx="3951469" cy="3084599"/>
          </a:xfrm>
        </p:spPr>
        <p:txBody>
          <a:bodyPr>
            <a:normAutofit/>
          </a:bodyPr>
          <a:lstStyle>
            <a:lvl1pPr marL="342900" indent="-342900">
              <a:buFont typeface="+mj-lt"/>
              <a:buAutoNum type="arabicPeriod"/>
              <a:defRPr sz="1800"/>
            </a:lvl1pPr>
            <a:lvl2pPr marL="571500" indent="-342900">
              <a:buFont typeface="+mj-lt"/>
              <a:buAutoNum type="alphaLcPeriod"/>
              <a:defRPr sz="1600"/>
            </a:lvl2pPr>
            <a:lvl3pPr marL="800100" indent="-342900">
              <a:buFont typeface="+mj-lt"/>
              <a:buAutoNum type="romanLcPeriod"/>
              <a:defRPr sz="1400"/>
            </a:lvl3pPr>
            <a:lvl4pPr marL="914400" indent="-228600">
              <a:buFont typeface="+mj-lt"/>
              <a:buAutoNum type="arabicParenR"/>
              <a:defRPr sz="1200"/>
            </a:lvl4pPr>
            <a:lvl5pPr marL="1143000" indent="-228600">
              <a:buFont typeface="+mj-lt"/>
              <a:buAutoNum type="alphaLcParenR"/>
              <a:defRPr sz="11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lvl1pPr>
              <a:defRPr>
                <a:solidFill>
                  <a:schemeClr val="tx1"/>
                </a:solidFill>
                <a:effectLst/>
              </a:defRPr>
            </a:lvl1pPr>
          </a:lstStyle>
          <a:p>
            <a:fld id="{C747D10D-DAA6-49BD-BCDC-42DE71F72A89}" type="datetime1">
              <a:rPr lang="en-US" smtClean="0"/>
              <a:t>11/17/2025</a:t>
            </a:fld>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p>
            <a:r>
              <a:rPr lang="en-US" dirty="0"/>
              <a:t>Sample Footer Text</a:t>
            </a:r>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p>
            <a:fld id="{CC057153-B650-4DEB-B370-79DDCFDCE934}" type="slidenum">
              <a:rPr lang="en-US" smtClean="0"/>
              <a:t>‹#›</a:t>
            </a:fld>
            <a:endParaRPr lang="en-US" dirty="0"/>
          </a:p>
        </p:txBody>
      </p:sp>
    </p:spTree>
    <p:extLst>
      <p:ext uri="{BB962C8B-B14F-4D97-AF65-F5344CB8AC3E}">
        <p14:creationId xmlns:p14="http://schemas.microsoft.com/office/powerpoint/2010/main" val="686621919"/>
      </p:ext>
    </p:extLst>
  </p:cSld>
  <p:clrMapOvr>
    <a:overrideClrMapping bg1="lt1" tx1="dk1" bg2="lt2" tx2="dk2" accent1="accent1" accent2="accent2" accent3="accent3" accent4="accent4" accent5="accent5" accent6="accent6" hlink="hlink" folHlink="folHlink"/>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itle, Content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1014984" y="2478024"/>
            <a:ext cx="4325112" cy="2454796"/>
          </a:xfrm>
        </p:spPr>
        <p:txBody>
          <a:bodyPr anchor="t">
            <a:normAutofit/>
          </a:bodyPr>
          <a:lstStyle>
            <a:lvl1pPr>
              <a:defRPr sz="4400"/>
            </a:lvl1pPr>
          </a:lstStyle>
          <a:p>
            <a:r>
              <a:rPr lang="en-US"/>
              <a:t>Click to edit Master title style</a:t>
            </a:r>
          </a:p>
        </p:txBody>
      </p:sp>
      <p:sp>
        <p:nvSpPr>
          <p:cNvPr id="8" name="Content Placeholder 7">
            <a:extLst>
              <a:ext uri="{FF2B5EF4-FFF2-40B4-BE49-F238E27FC236}">
                <a16:creationId xmlns:a16="http://schemas.microsoft.com/office/drawing/2014/main" id="{7D633F00-464B-3088-812A-40496FD1021A}"/>
              </a:ext>
            </a:extLst>
          </p:cNvPr>
          <p:cNvSpPr>
            <a:spLocks noGrp="1"/>
          </p:cNvSpPr>
          <p:nvPr>
            <p:ph sz="quarter" idx="13"/>
          </p:nvPr>
        </p:nvSpPr>
        <p:spPr>
          <a:xfrm>
            <a:off x="6273800" y="2478024"/>
            <a:ext cx="4325112" cy="2454796"/>
          </a:xfrm>
        </p:spPr>
        <p:txBody>
          <a:bodyPr vert="horz" lIns="91440" tIns="45720" rIns="91440" bIns="45720" rtlCol="0">
            <a:normAutofit/>
          </a:bodyPr>
          <a:lstStyle>
            <a:lvl1pPr marL="0" indent="0">
              <a:buNone/>
              <a:defRPr lang="en-US" dirty="0"/>
            </a:lvl1pPr>
            <a:lvl2pPr marL="228600" indent="0">
              <a:buNone/>
              <a:defRPr lang="en-US" dirty="0"/>
            </a:lvl2pPr>
            <a:lvl3pPr marL="457200" indent="0">
              <a:buNone/>
              <a:defRPr lang="en-US" dirty="0"/>
            </a:lvl3pPr>
            <a:lvl4pPr marL="685800" indent="0">
              <a:buNone/>
              <a:defRPr lang="en-US" dirty="0"/>
            </a:lvl4pPr>
            <a:lvl5pPr marL="914400" indent="0">
              <a:buNone/>
              <a:defRPr lang="en-US" dirty="0"/>
            </a:lvl5pPr>
          </a:lstStyle>
          <a:p>
            <a:pPr marL="228600" marR="0" lvl="0" indent="-228600" algn="l" defTabSz="914400" rtl="0" eaLnBrk="1" fontAlgn="auto" latinLnBrk="0" hangingPunct="1">
              <a:lnSpc>
                <a:spcPct val="120000"/>
              </a:lnSpc>
              <a:spcBef>
                <a:spcPts val="1000"/>
              </a:spcBef>
              <a:spcAft>
                <a:spcPts val="0"/>
              </a:spcAft>
              <a:buClrTx/>
              <a:buSzTx/>
              <a:buFont typeface="Arial" panose="020B0604020202020204" pitchFamily="34" charset="0"/>
              <a:buChar char="•"/>
              <a:tabLst/>
              <a:defRPr/>
            </a:pPr>
            <a:r>
              <a:rPr kumimoji="0" lang="en-US" sz="1800" b="0" i="0" u="none" strike="noStrike" kern="1200" cap="none" spc="0" normalizeH="0" baseline="0" noProof="0" dirty="0">
                <a:ln>
                  <a:noFill/>
                </a:ln>
                <a:solidFill>
                  <a:srgbClr val="131313"/>
                </a:solidFill>
                <a:effectLst/>
                <a:uLnTx/>
                <a:uFillTx/>
                <a:latin typeface="Neue Haas Grotesk Text Pro"/>
                <a:ea typeface="+mn-ea"/>
                <a:cs typeface="+mn-cs"/>
              </a:rPr>
              <a:t>Click to edit Master text styles</a:t>
            </a:r>
          </a:p>
          <a:p>
            <a:pPr marL="457200" marR="0" lvl="1" indent="-228600" algn="l" defTabSz="914400" rtl="0" eaLnBrk="1" fontAlgn="auto" latinLnBrk="0" hangingPunct="1">
              <a:lnSpc>
                <a:spcPct val="120000"/>
              </a:lnSpc>
              <a:spcBef>
                <a:spcPts val="500"/>
              </a:spcBef>
              <a:spcAft>
                <a:spcPts val="0"/>
              </a:spcAft>
              <a:buClrTx/>
              <a:buSzTx/>
              <a:buFont typeface="Arial" panose="020B0604020202020204" pitchFamily="34" charset="0"/>
              <a:buChar char="•"/>
              <a:tabLst/>
              <a:defRPr/>
            </a:pPr>
            <a:r>
              <a:rPr kumimoji="0" lang="en-US" sz="1600" b="0" i="0" u="none" strike="noStrike" kern="1200" cap="none" spc="0" normalizeH="0" baseline="0" noProof="0" dirty="0">
                <a:ln>
                  <a:noFill/>
                </a:ln>
                <a:solidFill>
                  <a:srgbClr val="131313"/>
                </a:solidFill>
                <a:effectLst/>
                <a:uLnTx/>
                <a:uFillTx/>
                <a:latin typeface="Neue Haas Grotesk Text Pro"/>
                <a:ea typeface="+mn-ea"/>
                <a:cs typeface="+mn-cs"/>
              </a:rPr>
              <a:t>Second level</a:t>
            </a:r>
          </a:p>
          <a:p>
            <a:pPr marL="685800" marR="0" lvl="2" indent="-228600" algn="l" defTabSz="914400" rtl="0" eaLnBrk="1" fontAlgn="auto" latinLnBrk="0" hangingPunct="1">
              <a:lnSpc>
                <a:spcPct val="120000"/>
              </a:lnSpc>
              <a:spcBef>
                <a:spcPts val="500"/>
              </a:spcBef>
              <a:spcAft>
                <a:spcPts val="0"/>
              </a:spcAft>
              <a:buClrTx/>
              <a:buSzTx/>
              <a:buFont typeface="Arial" panose="020B0604020202020204" pitchFamily="34" charset="0"/>
              <a:buChar char="•"/>
              <a:tabLst/>
              <a:defRPr/>
            </a:pPr>
            <a:r>
              <a:rPr kumimoji="0" lang="en-US" sz="1400" b="0" i="0" u="none" strike="noStrike" kern="1200" cap="none" spc="0" normalizeH="0" baseline="0" noProof="0" dirty="0">
                <a:ln>
                  <a:noFill/>
                </a:ln>
                <a:solidFill>
                  <a:srgbClr val="131313"/>
                </a:solidFill>
                <a:effectLst/>
                <a:uLnTx/>
                <a:uFillTx/>
                <a:latin typeface="Neue Haas Grotesk Text Pro"/>
                <a:ea typeface="+mn-ea"/>
                <a:cs typeface="+mn-cs"/>
              </a:rPr>
              <a:t>Third level</a:t>
            </a:r>
          </a:p>
          <a:p>
            <a:pPr marL="914400" marR="0" lvl="3" indent="-228600" algn="l" defTabSz="914400" rtl="0" eaLnBrk="1" fontAlgn="auto" latinLnBrk="0" hangingPunct="1">
              <a:lnSpc>
                <a:spcPct val="120000"/>
              </a:lnSpc>
              <a:spcBef>
                <a:spcPts val="500"/>
              </a:spcBef>
              <a:spcAft>
                <a:spcPts val="0"/>
              </a:spcAft>
              <a:buClrTx/>
              <a:buSzTx/>
              <a:buFont typeface="Arial" panose="020B0604020202020204" pitchFamily="34" charset="0"/>
              <a:buChar char="•"/>
              <a:tabLst/>
              <a:defRPr/>
            </a:pPr>
            <a:r>
              <a:rPr kumimoji="0" lang="en-US" sz="1200" b="0" i="0" u="none" strike="noStrike" kern="1200" cap="none" spc="0" normalizeH="0" baseline="0" noProof="0" dirty="0">
                <a:ln>
                  <a:noFill/>
                </a:ln>
                <a:solidFill>
                  <a:srgbClr val="131313"/>
                </a:solidFill>
                <a:effectLst/>
                <a:uLnTx/>
                <a:uFillTx/>
                <a:latin typeface="Neue Haas Grotesk Text Pro"/>
                <a:ea typeface="+mn-ea"/>
                <a:cs typeface="+mn-cs"/>
              </a:rPr>
              <a:t>Fourth level</a:t>
            </a:r>
          </a:p>
          <a:p>
            <a:pPr marL="1143000" marR="0" lvl="4" indent="-228600" algn="l" defTabSz="914400" rtl="0" eaLnBrk="1" fontAlgn="auto" latinLnBrk="0" hangingPunct="1">
              <a:lnSpc>
                <a:spcPct val="120000"/>
              </a:lnSpc>
              <a:spcBef>
                <a:spcPts val="500"/>
              </a:spcBef>
              <a:spcAft>
                <a:spcPts val="0"/>
              </a:spcAft>
              <a:buClrTx/>
              <a:buSzTx/>
              <a:buFont typeface="Arial" panose="020B0604020202020204" pitchFamily="34" charset="0"/>
              <a:buChar char="•"/>
              <a:tabLst/>
              <a:defRPr/>
            </a:pPr>
            <a:r>
              <a:rPr kumimoji="0" lang="en-US" sz="1100" b="0" i="0" u="none" strike="noStrike" kern="1200" cap="none" spc="0" normalizeH="0" baseline="0" noProof="0" dirty="0">
                <a:ln>
                  <a:noFill/>
                </a:ln>
                <a:solidFill>
                  <a:srgbClr val="131313"/>
                </a:solidFill>
                <a:effectLst/>
                <a:uLnTx/>
                <a:uFillTx/>
                <a:latin typeface="Neue Haas Grotesk Text Pro"/>
                <a:ea typeface="+mn-ea"/>
                <a:cs typeface="+mn-cs"/>
              </a:rPr>
              <a:t>Fifth level</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p>
            <a:fld id="{9A99C55D-C47D-42B9-AD20-3E2CCE08596C}" type="datetime1">
              <a:rPr lang="en-US" smtClean="0"/>
              <a:t>11/17/2025</a:t>
            </a:fld>
            <a:endParaRPr lang="en-US" dirty="0"/>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p>
            <a:r>
              <a:rPr lang="en-US" dirty="0"/>
              <a:t>Sample Footer Text</a:t>
            </a:r>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p>
            <a:fld id="{CC057153-B650-4DEB-B370-79DDCFDCE934}" type="slidenum">
              <a:rPr lang="en-US" smtClean="0"/>
              <a:t>‹#›</a:t>
            </a:fld>
            <a:endParaRPr lang="en-US" dirty="0"/>
          </a:p>
        </p:txBody>
      </p:sp>
    </p:spTree>
    <p:extLst>
      <p:ext uri="{BB962C8B-B14F-4D97-AF65-F5344CB8AC3E}">
        <p14:creationId xmlns:p14="http://schemas.microsoft.com/office/powerpoint/2010/main" val="7616447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itle, Content 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1014984" y="2039112"/>
            <a:ext cx="3813048" cy="3538728"/>
          </a:xfrm>
        </p:spPr>
        <p:txBody>
          <a:bodyPr anchor="t">
            <a:normAutofit/>
          </a:bodyPr>
          <a:lstStyle>
            <a:lvl1pPr>
              <a:defRPr sz="3200"/>
            </a:lvl1pPr>
          </a:lstStyle>
          <a:p>
            <a:r>
              <a:rPr lang="en-US"/>
              <a:t>Click to edit Master title style</a:t>
            </a:r>
          </a:p>
        </p:txBody>
      </p:sp>
      <p:sp>
        <p:nvSpPr>
          <p:cNvPr id="8" name="Content Placeholder 7">
            <a:extLst>
              <a:ext uri="{FF2B5EF4-FFF2-40B4-BE49-F238E27FC236}">
                <a16:creationId xmlns:a16="http://schemas.microsoft.com/office/drawing/2014/main" id="{D42D62A0-8127-CE86-0633-0D65E1E136F7}"/>
              </a:ext>
            </a:extLst>
          </p:cNvPr>
          <p:cNvSpPr>
            <a:spLocks noGrp="1"/>
          </p:cNvSpPr>
          <p:nvPr>
            <p:ph sz="quarter" idx="13"/>
          </p:nvPr>
        </p:nvSpPr>
        <p:spPr>
          <a:xfrm>
            <a:off x="5422392" y="2039112"/>
            <a:ext cx="5047488" cy="3538728"/>
          </a:xfrm>
        </p:spPr>
        <p:txBody>
          <a:bodyPr vert="horz" lIns="91440" tIns="45720" rIns="91440" bIns="45720" rtlCol="0">
            <a:normAutofit/>
          </a:bodyPr>
          <a:lstStyle>
            <a:lvl1pPr>
              <a:defRPr lang="en-US"/>
            </a:lvl1pPr>
            <a:lvl2pPr>
              <a:defRPr lang="en-US"/>
            </a:lvl2pPr>
            <a:lvl3pPr>
              <a:defRPr lang="en-US"/>
            </a:lvl3pPr>
            <a:lvl4pPr>
              <a:defRPr lang="en-US"/>
            </a:lvl4pPr>
            <a:lvl5pPr>
              <a:defRPr lang="en-US"/>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p>
            <a:fld id="{01EA44AD-1FB0-4882-B380-D102D5E41B49}" type="datetime1">
              <a:rPr lang="en-US" smtClean="0"/>
              <a:t>11/17/2025</a:t>
            </a:fld>
            <a:endParaRPr lang="en-US" dirty="0"/>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p>
            <a:r>
              <a:rPr lang="en-US" dirty="0"/>
              <a:t>Sample Footer Text</a:t>
            </a:r>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p>
            <a:fld id="{CC057153-B650-4DEB-B370-79DDCFDCE934}" type="slidenum">
              <a:rPr lang="en-US" smtClean="0"/>
              <a:t>‹#›</a:t>
            </a:fld>
            <a:endParaRPr lang="en-US" dirty="0"/>
          </a:p>
        </p:txBody>
      </p:sp>
    </p:spTree>
    <p:extLst>
      <p:ext uri="{BB962C8B-B14F-4D97-AF65-F5344CB8AC3E}">
        <p14:creationId xmlns:p14="http://schemas.microsoft.com/office/powerpoint/2010/main" val="343039559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itle, Content 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429768" y="1600200"/>
            <a:ext cx="4142232" cy="4636008"/>
          </a:xfrm>
        </p:spPr>
        <p:txBody>
          <a:bodyPr anchor="t">
            <a:normAutofit/>
          </a:bodyPr>
          <a:lstStyle>
            <a:lvl1pPr>
              <a:defRPr sz="3200"/>
            </a:lvl1pPr>
          </a:lstStyle>
          <a:p>
            <a:r>
              <a:rPr lang="en-US"/>
              <a:t>Click to edit Master title style</a:t>
            </a:r>
          </a:p>
        </p:txBody>
      </p:sp>
      <p:sp>
        <p:nvSpPr>
          <p:cNvPr id="8" name="Content Placeholder 7">
            <a:extLst>
              <a:ext uri="{FF2B5EF4-FFF2-40B4-BE49-F238E27FC236}">
                <a16:creationId xmlns:a16="http://schemas.microsoft.com/office/drawing/2014/main" id="{FFB4667A-FE47-8556-FD3A-55FDBA801D76}"/>
              </a:ext>
            </a:extLst>
          </p:cNvPr>
          <p:cNvSpPr>
            <a:spLocks noGrp="1"/>
          </p:cNvSpPr>
          <p:nvPr>
            <p:ph sz="quarter" idx="13"/>
          </p:nvPr>
        </p:nvSpPr>
        <p:spPr>
          <a:xfrm>
            <a:off x="5422392" y="1600200"/>
            <a:ext cx="5788152" cy="4636008"/>
          </a:xfrm>
        </p:spPr>
        <p:txBody>
          <a:bodyPr vert="horz" lIns="91440" tIns="45720" rIns="91440" bIns="45720" rtlCol="0">
            <a:norm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p>
            <a:fld id="{C21FD0E9-BB2A-40F4-9FCA-339953EA9BCB}" type="datetime1">
              <a:rPr lang="en-US" smtClean="0"/>
              <a:t>11/17/2025</a:t>
            </a:fld>
            <a:endParaRPr lang="en-US" dirty="0"/>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p>
            <a:r>
              <a:rPr lang="en-US" dirty="0"/>
              <a:t>Sample Footer Text</a:t>
            </a:r>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p>
            <a:fld id="{CC057153-B650-4DEB-B370-79DDCFDCE934}" type="slidenum">
              <a:rPr lang="en-US" smtClean="0"/>
              <a:t>‹#›</a:t>
            </a:fld>
            <a:endParaRPr lang="en-US" dirty="0"/>
          </a:p>
        </p:txBody>
      </p:sp>
    </p:spTree>
    <p:extLst>
      <p:ext uri="{BB962C8B-B14F-4D97-AF65-F5344CB8AC3E}">
        <p14:creationId xmlns:p14="http://schemas.microsoft.com/office/powerpoint/2010/main" val="937276392"/>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Title, Content 5">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429767" y="640079"/>
            <a:ext cx="4032505" cy="3621024"/>
          </a:xfrm>
        </p:spPr>
        <p:txBody>
          <a:bodyPr anchor="t">
            <a:normAutofit/>
          </a:bodyPr>
          <a:lstStyle>
            <a:lvl1pPr>
              <a:defRPr sz="3600"/>
            </a:lvl1pPr>
          </a:lstStyle>
          <a:p>
            <a:r>
              <a:rPr lang="en-US"/>
              <a:t>Click to edit Master title style</a:t>
            </a:r>
          </a:p>
        </p:txBody>
      </p:sp>
      <p:sp>
        <p:nvSpPr>
          <p:cNvPr id="8" name="Content Placeholder 7">
            <a:extLst>
              <a:ext uri="{FF2B5EF4-FFF2-40B4-BE49-F238E27FC236}">
                <a16:creationId xmlns:a16="http://schemas.microsoft.com/office/drawing/2014/main" id="{8C71126E-AEFA-B45A-CD39-AC1315E03339}"/>
              </a:ext>
            </a:extLst>
          </p:cNvPr>
          <p:cNvSpPr>
            <a:spLocks noGrp="1"/>
          </p:cNvSpPr>
          <p:nvPr>
            <p:ph sz="quarter" idx="13"/>
          </p:nvPr>
        </p:nvSpPr>
        <p:spPr>
          <a:xfrm>
            <a:off x="5422392" y="640715"/>
            <a:ext cx="5968098" cy="571976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p>
            <a:fld id="{B82DCE86-7B4C-43EC-801D-4B957536C306}" type="datetime1">
              <a:rPr lang="en-US" smtClean="0"/>
              <a:t>11/17/2025</a:t>
            </a:fld>
            <a:endParaRPr lang="en-US" dirty="0"/>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p>
            <a:r>
              <a:rPr lang="en-US" dirty="0"/>
              <a:t>Sample Footer Text</a:t>
            </a:r>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p>
            <a:fld id="{CC057153-B650-4DEB-B370-79DDCFDCE934}" type="slidenum">
              <a:rPr lang="en-US" smtClean="0"/>
              <a:t>‹#›</a:t>
            </a:fld>
            <a:endParaRPr lang="en-US" dirty="0"/>
          </a:p>
        </p:txBody>
      </p:sp>
    </p:spTree>
    <p:extLst>
      <p:ext uri="{BB962C8B-B14F-4D97-AF65-F5344CB8AC3E}">
        <p14:creationId xmlns:p14="http://schemas.microsoft.com/office/powerpoint/2010/main" val="109927719"/>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Title, Content 6">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429768" y="640080"/>
            <a:ext cx="3493008" cy="3621024"/>
          </a:xfrm>
        </p:spPr>
        <p:txBody>
          <a:bodyPr anchor="t">
            <a:normAutofit/>
          </a:bodyPr>
          <a:lstStyle>
            <a:lvl1pPr>
              <a:defRPr sz="3200"/>
            </a:lvl1pPr>
          </a:lstStyle>
          <a:p>
            <a:r>
              <a:rPr lang="en-US"/>
              <a:t>Click to edit Master title style</a:t>
            </a:r>
          </a:p>
        </p:txBody>
      </p:sp>
      <p:sp>
        <p:nvSpPr>
          <p:cNvPr id="8" name="Content Placeholder 7">
            <a:extLst>
              <a:ext uri="{FF2B5EF4-FFF2-40B4-BE49-F238E27FC236}">
                <a16:creationId xmlns:a16="http://schemas.microsoft.com/office/drawing/2014/main" id="{C6F072A2-EBC7-B7EA-DA98-BAC0AA46E7A4}"/>
              </a:ext>
            </a:extLst>
          </p:cNvPr>
          <p:cNvSpPr>
            <a:spLocks noGrp="1"/>
          </p:cNvSpPr>
          <p:nvPr>
            <p:ph sz="quarter" idx="13"/>
          </p:nvPr>
        </p:nvSpPr>
        <p:spPr>
          <a:xfrm>
            <a:off x="4425696" y="640080"/>
            <a:ext cx="7159752" cy="5724144"/>
          </a:xfrm>
        </p:spPr>
        <p:txBody>
          <a:bodyPr vert="horz" lIns="91440" tIns="45720" rIns="91440" bIns="45720" rtlCol="0">
            <a:norm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p>
            <a:fld id="{1FD3FCD9-BE24-4676-9D2E-63D9ED82EDA2}" type="datetime1">
              <a:rPr lang="en-US" smtClean="0"/>
              <a:t>11/17/2025</a:t>
            </a:fld>
            <a:endParaRPr lang="en-US" dirty="0"/>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p>
            <a:r>
              <a:rPr lang="en-US" dirty="0"/>
              <a:t>Sample Footer Text</a:t>
            </a:r>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p>
            <a:fld id="{CC057153-B650-4DEB-B370-79DDCFDCE934}" type="slidenum">
              <a:rPr lang="en-US" smtClean="0"/>
              <a:t>‹#›</a:t>
            </a:fld>
            <a:endParaRPr lang="en-US" dirty="0"/>
          </a:p>
        </p:txBody>
      </p:sp>
    </p:spTree>
    <p:extLst>
      <p:ext uri="{BB962C8B-B14F-4D97-AF65-F5344CB8AC3E}">
        <p14:creationId xmlns:p14="http://schemas.microsoft.com/office/powerpoint/2010/main" val="395017144"/>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Content Only (Max)">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841248" y="-1325880"/>
            <a:ext cx="10515600" cy="1325880"/>
          </a:xfrm>
        </p:spPr>
        <p:txBody>
          <a:bodyPr anchor="b">
            <a:normAutofit/>
          </a:bodyPr>
          <a:lstStyle>
            <a:lvl1pPr>
              <a:defRPr sz="2400"/>
            </a:lvl1pPr>
          </a:lstStyle>
          <a:p>
            <a:r>
              <a:rPr lang="en-US"/>
              <a:t>Click to edit Master title style</a:t>
            </a:r>
          </a:p>
        </p:txBody>
      </p:sp>
      <p:sp>
        <p:nvSpPr>
          <p:cNvPr id="3" name="Content Placeholder 2">
            <a:extLst>
              <a:ext uri="{FF2B5EF4-FFF2-40B4-BE49-F238E27FC236}">
                <a16:creationId xmlns:a16="http://schemas.microsoft.com/office/drawing/2014/main" id="{6C2DD052-3E45-E789-01F8-33250024ECBD}"/>
              </a:ext>
            </a:extLst>
          </p:cNvPr>
          <p:cNvSpPr>
            <a:spLocks noGrp="1"/>
          </p:cNvSpPr>
          <p:nvPr>
            <p:ph idx="1"/>
          </p:nvPr>
        </p:nvSpPr>
        <p:spPr>
          <a:xfrm>
            <a:off x="137159" y="329450"/>
            <a:ext cx="11924209" cy="61991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p>
            <a:fld id="{21CA290A-121B-47D5-B4CD-63E70D76A5D5}" type="datetime1">
              <a:rPr lang="en-US" smtClean="0"/>
              <a:t>11/17/2025</a:t>
            </a:fld>
            <a:endParaRPr lang="en-US" dirty="0"/>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p>
            <a:r>
              <a:rPr lang="en-US" dirty="0"/>
              <a:t>Sample Footer Text</a:t>
            </a:r>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p>
            <a:fld id="{CC057153-B650-4DEB-B370-79DDCFDCE934}" type="slidenum">
              <a:rPr lang="en-US" smtClean="0"/>
              <a:t>‹#›</a:t>
            </a:fld>
            <a:endParaRPr lang="en-US" dirty="0"/>
          </a:p>
        </p:txBody>
      </p:sp>
    </p:spTree>
    <p:extLst>
      <p:ext uri="{BB962C8B-B14F-4D97-AF65-F5344CB8AC3E}">
        <p14:creationId xmlns:p14="http://schemas.microsoft.com/office/powerpoint/2010/main" val="916644240"/>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Title, Content Photo 6">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429768" y="603504"/>
            <a:ext cx="4480560" cy="1527048"/>
          </a:xfrm>
        </p:spPr>
        <p:txBody>
          <a:bodyPr anchor="b"/>
          <a:lstStyle/>
          <a:p>
            <a:r>
              <a:rPr lang="en-US"/>
              <a:t>Click to edit Master title style</a:t>
            </a:r>
          </a:p>
        </p:txBody>
      </p:sp>
      <p:sp>
        <p:nvSpPr>
          <p:cNvPr id="8" name="Content Placeholder 7">
            <a:extLst>
              <a:ext uri="{FF2B5EF4-FFF2-40B4-BE49-F238E27FC236}">
                <a16:creationId xmlns:a16="http://schemas.microsoft.com/office/drawing/2014/main" id="{747AED59-1A26-9C13-8482-7857E7DEFE52}"/>
              </a:ext>
            </a:extLst>
          </p:cNvPr>
          <p:cNvSpPr>
            <a:spLocks noGrp="1"/>
          </p:cNvSpPr>
          <p:nvPr>
            <p:ph sz="quarter" idx="14"/>
          </p:nvPr>
        </p:nvSpPr>
        <p:spPr>
          <a:xfrm>
            <a:off x="429767" y="2276856"/>
            <a:ext cx="4480560" cy="404164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Picture Placeholder 3">
            <a:extLst>
              <a:ext uri="{FF2B5EF4-FFF2-40B4-BE49-F238E27FC236}">
                <a16:creationId xmlns:a16="http://schemas.microsoft.com/office/drawing/2014/main" id="{CE823DF8-AABE-3B17-254E-81CD7CA2B5BF}"/>
              </a:ext>
            </a:extLst>
          </p:cNvPr>
          <p:cNvSpPr>
            <a:spLocks noGrp="1"/>
          </p:cNvSpPr>
          <p:nvPr>
            <p:ph type="pic" sz="quarter" idx="15"/>
          </p:nvPr>
        </p:nvSpPr>
        <p:spPr>
          <a:xfrm>
            <a:off x="5737594" y="0"/>
            <a:ext cx="6454406" cy="6399152"/>
          </a:xfrm>
          <a:custGeom>
            <a:avLst/>
            <a:gdLst>
              <a:gd name="connsiteX0" fmla="*/ 0 w 6454406"/>
              <a:gd name="connsiteY0" fmla="*/ 0 h 6399152"/>
              <a:gd name="connsiteX1" fmla="*/ 6454406 w 6454406"/>
              <a:gd name="connsiteY1" fmla="*/ 0 h 6399152"/>
              <a:gd name="connsiteX2" fmla="*/ 6454406 w 6454406"/>
              <a:gd name="connsiteY2" fmla="*/ 6399152 h 6399152"/>
              <a:gd name="connsiteX3" fmla="*/ 601995 w 6454406"/>
              <a:gd name="connsiteY3" fmla="*/ 6399152 h 6399152"/>
              <a:gd name="connsiteX4" fmla="*/ 0 w 6454406"/>
              <a:gd name="connsiteY4" fmla="*/ 5797156 h 639915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454406" h="6399152">
                <a:moveTo>
                  <a:pt x="0" y="0"/>
                </a:moveTo>
                <a:lnTo>
                  <a:pt x="6454406" y="0"/>
                </a:lnTo>
                <a:lnTo>
                  <a:pt x="6454406" y="6399152"/>
                </a:lnTo>
                <a:lnTo>
                  <a:pt x="601995" y="6399152"/>
                </a:lnTo>
                <a:cubicBezTo>
                  <a:pt x="269522" y="6399152"/>
                  <a:pt x="0" y="6129629"/>
                  <a:pt x="0" y="5797156"/>
                </a:cubicBezTo>
                <a:close/>
              </a:path>
            </a:pathLst>
          </a:custGeom>
          <a:blipFill>
            <a:blip r:embed="rId2" cstate="screen">
              <a:extLst>
                <a:ext uri="{28A0092B-C50C-407E-A947-70E740481C1C}">
                  <a14:useLocalDpi xmlns:a14="http://schemas.microsoft.com/office/drawing/2010/main"/>
                </a:ext>
              </a:extLst>
            </a:blip>
            <a:stretch>
              <a:fillRect/>
            </a:stretch>
          </a:blipFill>
        </p:spPr>
        <p:txBody>
          <a:bodyPr wrap="square">
            <a:noAutofit/>
          </a:bodyPr>
          <a:lstStyle>
            <a:lvl1pPr marL="0" indent="0">
              <a:buNone/>
              <a:defRPr/>
            </a:lvl1pPr>
          </a:lstStyle>
          <a:p>
            <a:endParaRPr lang="en-US" dirty="0"/>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p>
            <a:fld id="{260A58D8-7EDF-40A6-A98C-8CBDF59A319E}" type="datetime1">
              <a:rPr lang="en-US" smtClean="0"/>
              <a:t>11/17/2025</a:t>
            </a:fld>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lvl1pPr>
              <a:defRPr>
                <a:solidFill>
                  <a:schemeClr val="tx1"/>
                </a:solidFill>
                <a:effectLst/>
              </a:defRPr>
            </a:lvl1pPr>
          </a:lstStyle>
          <a:p>
            <a:r>
              <a:rPr lang="en-US" dirty="0"/>
              <a:t>Sample Footer Text</a:t>
            </a:r>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lvl1pPr>
              <a:defRPr>
                <a:solidFill>
                  <a:schemeClr val="tx1"/>
                </a:solidFill>
                <a:effectLst/>
              </a:defRPr>
            </a:lvl1pPr>
          </a:lstStyle>
          <a:p>
            <a:fld id="{CC057153-B650-4DEB-B370-79DDCFDCE934}" type="slidenum">
              <a:rPr lang="en-US" smtClean="0"/>
              <a:pPr/>
              <a:t>‹#›</a:t>
            </a:fld>
            <a:endParaRPr lang="en-US" dirty="0"/>
          </a:p>
        </p:txBody>
      </p:sp>
    </p:spTree>
    <p:extLst>
      <p:ext uri="{BB962C8B-B14F-4D97-AF65-F5344CB8AC3E}">
        <p14:creationId xmlns:p14="http://schemas.microsoft.com/office/powerpoint/2010/main" val="3877682210"/>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itle, Content Photo 5">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7196328" y="601755"/>
            <a:ext cx="4389120" cy="1527048"/>
          </a:xfrm>
        </p:spPr>
        <p:txBody>
          <a:bodyPr anchor="b"/>
          <a:lstStyle/>
          <a:p>
            <a:r>
              <a:rPr lang="en-US"/>
              <a:t>Click to edit Master title style</a:t>
            </a:r>
          </a:p>
        </p:txBody>
      </p:sp>
      <p:sp>
        <p:nvSpPr>
          <p:cNvPr id="11" name="Picture Placeholder 3">
            <a:extLst>
              <a:ext uri="{FF2B5EF4-FFF2-40B4-BE49-F238E27FC236}">
                <a16:creationId xmlns:a16="http://schemas.microsoft.com/office/drawing/2014/main" id="{6F26914B-7405-10AB-A859-8165D7B1A93C}"/>
              </a:ext>
            </a:extLst>
          </p:cNvPr>
          <p:cNvSpPr>
            <a:spLocks noGrp="1"/>
          </p:cNvSpPr>
          <p:nvPr>
            <p:ph type="pic" sz="quarter" idx="15"/>
          </p:nvPr>
        </p:nvSpPr>
        <p:spPr>
          <a:xfrm>
            <a:off x="0" y="1"/>
            <a:ext cx="6591300" cy="6410303"/>
          </a:xfrm>
          <a:custGeom>
            <a:avLst/>
            <a:gdLst>
              <a:gd name="connsiteX0" fmla="*/ 0 w 6591300"/>
              <a:gd name="connsiteY0" fmla="*/ 0 h 6410303"/>
              <a:gd name="connsiteX1" fmla="*/ 6591300 w 6591300"/>
              <a:gd name="connsiteY1" fmla="*/ 0 h 6410303"/>
              <a:gd name="connsiteX2" fmla="*/ 6591300 w 6591300"/>
              <a:gd name="connsiteY2" fmla="*/ 5807073 h 6410303"/>
              <a:gd name="connsiteX3" fmla="*/ 5988070 w 6591300"/>
              <a:gd name="connsiteY3" fmla="*/ 6410303 h 6410303"/>
              <a:gd name="connsiteX4" fmla="*/ 0 w 6591300"/>
              <a:gd name="connsiteY4" fmla="*/ 6410303 h 641030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591300" h="6410303">
                <a:moveTo>
                  <a:pt x="0" y="0"/>
                </a:moveTo>
                <a:lnTo>
                  <a:pt x="6591300" y="0"/>
                </a:lnTo>
                <a:lnTo>
                  <a:pt x="6591300" y="5807073"/>
                </a:lnTo>
                <a:cubicBezTo>
                  <a:pt x="6591300" y="6140228"/>
                  <a:pt x="6321225" y="6410303"/>
                  <a:pt x="5988070" y="6410303"/>
                </a:cubicBezTo>
                <a:lnTo>
                  <a:pt x="0" y="6410303"/>
                </a:lnTo>
                <a:close/>
              </a:path>
            </a:pathLst>
          </a:custGeom>
          <a:blipFill>
            <a:blip r:embed="rId2" cstate="screen">
              <a:extLst>
                <a:ext uri="{28A0092B-C50C-407E-A947-70E740481C1C}">
                  <a14:useLocalDpi xmlns:a14="http://schemas.microsoft.com/office/drawing/2010/main"/>
                </a:ext>
              </a:extLst>
            </a:blip>
            <a:stretch>
              <a:fillRect/>
            </a:stretch>
          </a:blipFill>
        </p:spPr>
        <p:txBody>
          <a:bodyPr wrap="square">
            <a:noAutofit/>
          </a:bodyPr>
          <a:lstStyle>
            <a:lvl1pPr marL="0" indent="0">
              <a:buNone/>
              <a:defRPr/>
            </a:lvl1pPr>
          </a:lstStyle>
          <a:p>
            <a:endParaRPr lang="en-US" dirty="0"/>
          </a:p>
        </p:txBody>
      </p:sp>
      <p:sp>
        <p:nvSpPr>
          <p:cNvPr id="8" name="Content Placeholder 7">
            <a:extLst>
              <a:ext uri="{FF2B5EF4-FFF2-40B4-BE49-F238E27FC236}">
                <a16:creationId xmlns:a16="http://schemas.microsoft.com/office/drawing/2014/main" id="{7FF0220E-48F8-B4D9-19DE-7B457C3C221C}"/>
              </a:ext>
            </a:extLst>
          </p:cNvPr>
          <p:cNvSpPr>
            <a:spLocks noGrp="1"/>
          </p:cNvSpPr>
          <p:nvPr>
            <p:ph sz="quarter" idx="14"/>
          </p:nvPr>
        </p:nvSpPr>
        <p:spPr>
          <a:xfrm>
            <a:off x="7196328" y="2276856"/>
            <a:ext cx="4389120" cy="404164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lvl1pPr>
              <a:defRPr>
                <a:solidFill>
                  <a:schemeClr val="tx1"/>
                </a:solidFill>
                <a:effectLst/>
              </a:defRPr>
            </a:lvl1pPr>
          </a:lstStyle>
          <a:p>
            <a:fld id="{16DF7C3E-B5DF-4043-B2F9-CD94B277B81B}" type="datetime1">
              <a:rPr lang="en-US" smtClean="0"/>
              <a:t>11/17/2025</a:t>
            </a:fld>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p>
            <a:r>
              <a:rPr lang="en-US" dirty="0"/>
              <a:t>Sample Footer Text</a:t>
            </a:r>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p>
            <a:fld id="{CC057153-B650-4DEB-B370-79DDCFDCE934}" type="slidenum">
              <a:rPr lang="en-US" smtClean="0"/>
              <a:t>‹#›</a:t>
            </a:fld>
            <a:endParaRPr lang="en-US" dirty="0"/>
          </a:p>
        </p:txBody>
      </p:sp>
    </p:spTree>
    <p:extLst>
      <p:ext uri="{BB962C8B-B14F-4D97-AF65-F5344CB8AC3E}">
        <p14:creationId xmlns:p14="http://schemas.microsoft.com/office/powerpoint/2010/main" val="1598064937"/>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Title, Content Photo 10">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429768" y="603504"/>
            <a:ext cx="3401568" cy="1527048"/>
          </a:xfrm>
        </p:spPr>
        <p:txBody>
          <a:bodyPr anchor="b"/>
          <a:lstStyle/>
          <a:p>
            <a:r>
              <a:rPr lang="en-US"/>
              <a:t>Click to edit Master title style</a:t>
            </a:r>
          </a:p>
        </p:txBody>
      </p:sp>
      <p:sp>
        <p:nvSpPr>
          <p:cNvPr id="8" name="Content Placeholder 7">
            <a:extLst>
              <a:ext uri="{FF2B5EF4-FFF2-40B4-BE49-F238E27FC236}">
                <a16:creationId xmlns:a16="http://schemas.microsoft.com/office/drawing/2014/main" id="{6E0D00CE-C191-6DE5-9D82-7EFB59BC3739}"/>
              </a:ext>
            </a:extLst>
          </p:cNvPr>
          <p:cNvSpPr>
            <a:spLocks noGrp="1"/>
          </p:cNvSpPr>
          <p:nvPr>
            <p:ph sz="quarter" idx="14"/>
          </p:nvPr>
        </p:nvSpPr>
        <p:spPr>
          <a:xfrm>
            <a:off x="429768" y="2276856"/>
            <a:ext cx="3401568" cy="4041648"/>
          </a:xfrm>
        </p:spPr>
        <p:txBody>
          <a:bodyPr vert="horz" lIns="91440" tIns="45720" rIns="91440" bIns="45720" rtlCol="0">
            <a:norm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Picture Placeholder 3">
            <a:extLst>
              <a:ext uri="{FF2B5EF4-FFF2-40B4-BE49-F238E27FC236}">
                <a16:creationId xmlns:a16="http://schemas.microsoft.com/office/drawing/2014/main" id="{58FA1BA0-D099-705F-F85E-3FBC782F7651}"/>
              </a:ext>
            </a:extLst>
          </p:cNvPr>
          <p:cNvSpPr>
            <a:spLocks noGrp="1"/>
          </p:cNvSpPr>
          <p:nvPr>
            <p:ph type="pic" sz="quarter" idx="15"/>
          </p:nvPr>
        </p:nvSpPr>
        <p:spPr>
          <a:xfrm>
            <a:off x="4502843" y="2"/>
            <a:ext cx="7689157" cy="6399151"/>
          </a:xfrm>
          <a:custGeom>
            <a:avLst/>
            <a:gdLst>
              <a:gd name="connsiteX0" fmla="*/ 0 w 7689157"/>
              <a:gd name="connsiteY0" fmla="*/ 0 h 6399151"/>
              <a:gd name="connsiteX1" fmla="*/ 7689157 w 7689157"/>
              <a:gd name="connsiteY1" fmla="*/ 0 h 6399151"/>
              <a:gd name="connsiteX2" fmla="*/ 7689157 w 7689157"/>
              <a:gd name="connsiteY2" fmla="*/ 6399151 h 6399151"/>
              <a:gd name="connsiteX3" fmla="*/ 601997 w 7689157"/>
              <a:gd name="connsiteY3" fmla="*/ 6399151 h 6399151"/>
              <a:gd name="connsiteX4" fmla="*/ 0 w 7689157"/>
              <a:gd name="connsiteY4" fmla="*/ 5797155 h 639915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689157" h="6399151">
                <a:moveTo>
                  <a:pt x="0" y="0"/>
                </a:moveTo>
                <a:lnTo>
                  <a:pt x="7689157" y="0"/>
                </a:lnTo>
                <a:lnTo>
                  <a:pt x="7689157" y="6399151"/>
                </a:lnTo>
                <a:lnTo>
                  <a:pt x="601997" y="6399151"/>
                </a:lnTo>
                <a:cubicBezTo>
                  <a:pt x="269523" y="6399151"/>
                  <a:pt x="0" y="6129628"/>
                  <a:pt x="0" y="5797155"/>
                </a:cubicBezTo>
                <a:close/>
              </a:path>
            </a:pathLst>
          </a:custGeom>
          <a:blipFill>
            <a:blip r:embed="rId2" cstate="screen">
              <a:extLst>
                <a:ext uri="{28A0092B-C50C-407E-A947-70E740481C1C}">
                  <a14:useLocalDpi xmlns:a14="http://schemas.microsoft.com/office/drawing/2010/main"/>
                </a:ext>
              </a:extLst>
            </a:blip>
            <a:stretch>
              <a:fillRect/>
            </a:stretch>
          </a:blipFill>
        </p:spPr>
        <p:txBody>
          <a:bodyPr wrap="square">
            <a:noAutofit/>
          </a:bodyPr>
          <a:lstStyle>
            <a:lvl1pPr marL="0" indent="0">
              <a:buNone/>
              <a:defRPr/>
            </a:lvl1pPr>
          </a:lstStyle>
          <a:p>
            <a:endParaRPr lang="en-US" dirty="0"/>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lvl1pPr>
              <a:defRPr>
                <a:solidFill>
                  <a:schemeClr val="tx1"/>
                </a:solidFill>
                <a:effectLst/>
              </a:defRPr>
            </a:lvl1pPr>
          </a:lstStyle>
          <a:p>
            <a:fld id="{84F04B89-F088-43E2-8F95-5A2E5E9F612E}" type="datetime1">
              <a:rPr lang="en-US" smtClean="0"/>
              <a:t>11/17/2025</a:t>
            </a:fld>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p>
            <a:r>
              <a:rPr lang="en-US" dirty="0"/>
              <a:t>Sample Footer Text</a:t>
            </a:r>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p>
            <a:fld id="{CC057153-B650-4DEB-B370-79DDCFDCE934}" type="slidenum">
              <a:rPr lang="en-US" smtClean="0"/>
              <a:t>‹#›</a:t>
            </a:fld>
            <a:endParaRPr lang="en-US" dirty="0"/>
          </a:p>
        </p:txBody>
      </p:sp>
    </p:spTree>
    <p:extLst>
      <p:ext uri="{BB962C8B-B14F-4D97-AF65-F5344CB8AC3E}">
        <p14:creationId xmlns:p14="http://schemas.microsoft.com/office/powerpoint/2010/main" val="2966282757"/>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Title, Content Photo 9">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8321040" y="603504"/>
            <a:ext cx="3401568" cy="1527048"/>
          </a:xfrm>
        </p:spPr>
        <p:txBody>
          <a:bodyPr anchor="b"/>
          <a:lstStyle/>
          <a:p>
            <a:r>
              <a:rPr lang="en-US"/>
              <a:t>Click to edit Master title style</a:t>
            </a:r>
          </a:p>
        </p:txBody>
      </p:sp>
      <p:sp>
        <p:nvSpPr>
          <p:cNvPr id="11" name="Picture Placeholder 3">
            <a:extLst>
              <a:ext uri="{FF2B5EF4-FFF2-40B4-BE49-F238E27FC236}">
                <a16:creationId xmlns:a16="http://schemas.microsoft.com/office/drawing/2014/main" id="{F44EE1A0-D83B-FE6C-4495-F55C5070D5D1}"/>
              </a:ext>
            </a:extLst>
          </p:cNvPr>
          <p:cNvSpPr>
            <a:spLocks noGrp="1"/>
          </p:cNvSpPr>
          <p:nvPr>
            <p:ph type="pic" sz="quarter" idx="15"/>
          </p:nvPr>
        </p:nvSpPr>
        <p:spPr>
          <a:xfrm>
            <a:off x="0" y="0"/>
            <a:ext cx="7734300" cy="6399152"/>
          </a:xfrm>
          <a:custGeom>
            <a:avLst/>
            <a:gdLst>
              <a:gd name="connsiteX0" fmla="*/ 0 w 7734300"/>
              <a:gd name="connsiteY0" fmla="*/ 0 h 6399152"/>
              <a:gd name="connsiteX1" fmla="*/ 7734300 w 7734300"/>
              <a:gd name="connsiteY1" fmla="*/ 0 h 6399152"/>
              <a:gd name="connsiteX2" fmla="*/ 7734300 w 7734300"/>
              <a:gd name="connsiteY2" fmla="*/ 5797156 h 6399152"/>
              <a:gd name="connsiteX3" fmla="*/ 7132304 w 7734300"/>
              <a:gd name="connsiteY3" fmla="*/ 6399152 h 6399152"/>
              <a:gd name="connsiteX4" fmla="*/ 0 w 7734300"/>
              <a:gd name="connsiteY4" fmla="*/ 6399152 h 639915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734300" h="6399152">
                <a:moveTo>
                  <a:pt x="0" y="0"/>
                </a:moveTo>
                <a:lnTo>
                  <a:pt x="7734300" y="0"/>
                </a:lnTo>
                <a:lnTo>
                  <a:pt x="7734300" y="5797156"/>
                </a:lnTo>
                <a:cubicBezTo>
                  <a:pt x="7734300" y="6129629"/>
                  <a:pt x="7464777" y="6399152"/>
                  <a:pt x="7132304" y="6399152"/>
                </a:cubicBezTo>
                <a:lnTo>
                  <a:pt x="0" y="6399152"/>
                </a:lnTo>
                <a:close/>
              </a:path>
            </a:pathLst>
          </a:custGeom>
          <a:blipFill>
            <a:blip r:embed="rId2" cstate="screen">
              <a:extLst>
                <a:ext uri="{28A0092B-C50C-407E-A947-70E740481C1C}">
                  <a14:useLocalDpi xmlns:a14="http://schemas.microsoft.com/office/drawing/2010/main"/>
                </a:ext>
              </a:extLst>
            </a:blip>
            <a:stretch>
              <a:fillRect/>
            </a:stretch>
          </a:blipFill>
        </p:spPr>
        <p:txBody>
          <a:bodyPr wrap="square">
            <a:noAutofit/>
          </a:bodyPr>
          <a:lstStyle>
            <a:lvl1pPr marL="0" indent="0">
              <a:buNone/>
              <a:defRPr/>
            </a:lvl1pPr>
          </a:lstStyle>
          <a:p>
            <a:endParaRPr lang="en-US" dirty="0"/>
          </a:p>
        </p:txBody>
      </p:sp>
      <p:sp>
        <p:nvSpPr>
          <p:cNvPr id="8" name="Content Placeholder 7">
            <a:extLst>
              <a:ext uri="{FF2B5EF4-FFF2-40B4-BE49-F238E27FC236}">
                <a16:creationId xmlns:a16="http://schemas.microsoft.com/office/drawing/2014/main" id="{6E0D00CE-C191-6DE5-9D82-7EFB59BC3739}"/>
              </a:ext>
            </a:extLst>
          </p:cNvPr>
          <p:cNvSpPr>
            <a:spLocks noGrp="1"/>
          </p:cNvSpPr>
          <p:nvPr>
            <p:ph sz="quarter" idx="14"/>
          </p:nvPr>
        </p:nvSpPr>
        <p:spPr>
          <a:xfrm>
            <a:off x="8321040" y="2276856"/>
            <a:ext cx="3401568" cy="4041648"/>
          </a:xfrm>
        </p:spPr>
        <p:txBody>
          <a:bodyPr vert="horz" lIns="91440" tIns="45720" rIns="91440" bIns="45720" rtlCol="0">
            <a:norm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lvl1pPr>
              <a:defRPr>
                <a:solidFill>
                  <a:schemeClr val="tx1"/>
                </a:solidFill>
                <a:effectLst/>
              </a:defRPr>
            </a:lvl1pPr>
          </a:lstStyle>
          <a:p>
            <a:fld id="{A0FCFF8D-E3E3-4D6C-85D1-1D24204FD961}" type="datetime1">
              <a:rPr lang="en-US" smtClean="0"/>
              <a:t>11/17/2025</a:t>
            </a:fld>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p>
            <a:r>
              <a:rPr lang="en-US" dirty="0"/>
              <a:t>Sample Footer Text</a:t>
            </a:r>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p>
            <a:fld id="{CC057153-B650-4DEB-B370-79DDCFDCE934}" type="slidenum">
              <a:rPr lang="en-US" smtClean="0"/>
              <a:t>‹#›</a:t>
            </a:fld>
            <a:endParaRPr lang="en-US" dirty="0"/>
          </a:p>
        </p:txBody>
      </p:sp>
    </p:spTree>
    <p:extLst>
      <p:ext uri="{BB962C8B-B14F-4D97-AF65-F5344CB8AC3E}">
        <p14:creationId xmlns:p14="http://schemas.microsoft.com/office/powerpoint/2010/main" val="2700889130"/>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Title, Content Photo 1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321733" y="4162318"/>
            <a:ext cx="2953618" cy="1892808"/>
          </a:xfrm>
        </p:spPr>
        <p:txBody>
          <a:bodyPr anchor="t">
            <a:normAutofit/>
          </a:bodyPr>
          <a:lstStyle>
            <a:lvl1pPr>
              <a:defRPr sz="3200"/>
            </a:lvl1pPr>
          </a:lstStyle>
          <a:p>
            <a:r>
              <a:rPr lang="en-US"/>
              <a:t>Click to edit Master title style</a:t>
            </a:r>
          </a:p>
        </p:txBody>
      </p:sp>
      <p:sp>
        <p:nvSpPr>
          <p:cNvPr id="8" name="Content Placeholder 7">
            <a:extLst>
              <a:ext uri="{FF2B5EF4-FFF2-40B4-BE49-F238E27FC236}">
                <a16:creationId xmlns:a16="http://schemas.microsoft.com/office/drawing/2014/main" id="{C3D15418-1E32-0501-0E66-54FC2DD08E39}"/>
              </a:ext>
            </a:extLst>
          </p:cNvPr>
          <p:cNvSpPr>
            <a:spLocks noGrp="1"/>
          </p:cNvSpPr>
          <p:nvPr>
            <p:ph sz="quarter" idx="14"/>
          </p:nvPr>
        </p:nvSpPr>
        <p:spPr>
          <a:xfrm>
            <a:off x="3977640" y="4162318"/>
            <a:ext cx="7772400" cy="2240280"/>
          </a:xfrm>
        </p:spPr>
        <p:txBody>
          <a:bodyPr>
            <a:noAutofit/>
          </a:bodyPr>
          <a:lstStyle>
            <a:lvl1pPr marL="285750" indent="-285750">
              <a:buFont typeface="Arial" panose="020B0604020202020204" pitchFamily="34" charset="0"/>
              <a:buChar char="•"/>
              <a:defRPr sz="1800"/>
            </a:lvl1pPr>
            <a:lvl2pPr marL="514350" indent="-285750">
              <a:buFont typeface="Arial" panose="020B0604020202020204" pitchFamily="34" charset="0"/>
              <a:buChar char="•"/>
              <a:defRPr sz="1600"/>
            </a:lvl2pPr>
            <a:lvl3pPr marL="742950" indent="-285750">
              <a:buFont typeface="Arial" panose="020B0604020202020204" pitchFamily="34" charset="0"/>
              <a:buChar char="•"/>
              <a:defRPr sz="1400"/>
            </a:lvl3pPr>
            <a:lvl4pPr marL="857250" indent="-171450">
              <a:buFont typeface="Arial" panose="020B0604020202020204" pitchFamily="34" charset="0"/>
              <a:buChar char="•"/>
              <a:defRPr sz="1200"/>
            </a:lvl4pPr>
            <a:lvl5pPr marL="1085850" indent="-171450">
              <a:buFont typeface="Arial" panose="020B0604020202020204" pitchFamily="34" charset="0"/>
              <a:buChar char="•"/>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Picture Placeholder 8">
            <a:extLst>
              <a:ext uri="{FF2B5EF4-FFF2-40B4-BE49-F238E27FC236}">
                <a16:creationId xmlns:a16="http://schemas.microsoft.com/office/drawing/2014/main" id="{0696DEB7-ADC8-3E90-7A63-F11D6535D0E4}"/>
              </a:ext>
            </a:extLst>
          </p:cNvPr>
          <p:cNvSpPr>
            <a:spLocks noGrp="1"/>
          </p:cNvSpPr>
          <p:nvPr>
            <p:ph type="pic" sz="quarter" idx="15"/>
          </p:nvPr>
        </p:nvSpPr>
        <p:spPr>
          <a:xfrm>
            <a:off x="0" y="0"/>
            <a:ext cx="11750040" cy="3806246"/>
          </a:xfrm>
          <a:custGeom>
            <a:avLst/>
            <a:gdLst>
              <a:gd name="connsiteX0" fmla="*/ 0 w 11733150"/>
              <a:gd name="connsiteY0" fmla="*/ 0 h 3806246"/>
              <a:gd name="connsiteX1" fmla="*/ 11733150 w 11733150"/>
              <a:gd name="connsiteY1" fmla="*/ 0 h 3806246"/>
              <a:gd name="connsiteX2" fmla="*/ 11733150 w 11733150"/>
              <a:gd name="connsiteY2" fmla="*/ 3204250 h 3806246"/>
              <a:gd name="connsiteX3" fmla="*/ 11131154 w 11733150"/>
              <a:gd name="connsiteY3" fmla="*/ 3806246 h 3806246"/>
              <a:gd name="connsiteX4" fmla="*/ 0 w 11733150"/>
              <a:gd name="connsiteY4" fmla="*/ 3806246 h 380624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733150" h="3806246">
                <a:moveTo>
                  <a:pt x="0" y="0"/>
                </a:moveTo>
                <a:lnTo>
                  <a:pt x="11733150" y="0"/>
                </a:lnTo>
                <a:lnTo>
                  <a:pt x="11733150" y="3204250"/>
                </a:lnTo>
                <a:cubicBezTo>
                  <a:pt x="11733150" y="3536723"/>
                  <a:pt x="11463627" y="3806246"/>
                  <a:pt x="11131154" y="3806246"/>
                </a:cubicBezTo>
                <a:lnTo>
                  <a:pt x="0" y="3806246"/>
                </a:lnTo>
                <a:close/>
              </a:path>
            </a:pathLst>
          </a:custGeom>
          <a:blipFill>
            <a:blip r:embed="rId2" cstate="screen">
              <a:extLst>
                <a:ext uri="{28A0092B-C50C-407E-A947-70E740481C1C}">
                  <a14:useLocalDpi xmlns:a14="http://schemas.microsoft.com/office/drawing/2010/main"/>
                </a:ext>
              </a:extLst>
            </a:blip>
            <a:stretch>
              <a:fillRect/>
            </a:stretch>
          </a:blipFill>
        </p:spPr>
        <p:txBody>
          <a:bodyPr wrap="square">
            <a:noAutofit/>
          </a:bodyPr>
          <a:lstStyle>
            <a:lvl1pPr marL="0" indent="0">
              <a:buNone/>
              <a:defRPr/>
            </a:lvl1pPr>
          </a:lstStyle>
          <a:p>
            <a:endParaRPr lang="en-US" dirty="0"/>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p>
            <a:fld id="{1479AD81-0F74-4052-9D15-1FCBE10FF531}" type="datetime1">
              <a:rPr lang="en-US" smtClean="0"/>
              <a:t>11/17/2025</a:t>
            </a:fld>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p>
            <a:r>
              <a:rPr lang="en-US" dirty="0"/>
              <a:t>Sample Footer Text</a:t>
            </a:r>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p>
            <a:fld id="{CC057153-B650-4DEB-B370-79DDCFDCE934}" type="slidenum">
              <a:rPr lang="en-US" smtClean="0"/>
              <a:t>‹#›</a:t>
            </a:fld>
            <a:endParaRPr lang="en-US" dirty="0"/>
          </a:p>
        </p:txBody>
      </p:sp>
    </p:spTree>
    <p:extLst>
      <p:ext uri="{BB962C8B-B14F-4D97-AF65-F5344CB8AC3E}">
        <p14:creationId xmlns:p14="http://schemas.microsoft.com/office/powerpoint/2010/main" val="3777993228"/>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Title, Content Photo 1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321733" y="561425"/>
            <a:ext cx="2953618" cy="1892808"/>
          </a:xfrm>
        </p:spPr>
        <p:txBody>
          <a:bodyPr anchor="t">
            <a:normAutofit/>
          </a:bodyPr>
          <a:lstStyle>
            <a:lvl1pPr>
              <a:defRPr sz="3200"/>
            </a:lvl1pPr>
          </a:lstStyle>
          <a:p>
            <a:r>
              <a:rPr lang="en-US"/>
              <a:t>Click to edit Master title style</a:t>
            </a:r>
          </a:p>
        </p:txBody>
      </p:sp>
      <p:sp>
        <p:nvSpPr>
          <p:cNvPr id="8" name="Content Placeholder 7">
            <a:extLst>
              <a:ext uri="{FF2B5EF4-FFF2-40B4-BE49-F238E27FC236}">
                <a16:creationId xmlns:a16="http://schemas.microsoft.com/office/drawing/2014/main" id="{C3D15418-1E32-0501-0E66-54FC2DD08E39}"/>
              </a:ext>
            </a:extLst>
          </p:cNvPr>
          <p:cNvSpPr>
            <a:spLocks noGrp="1"/>
          </p:cNvSpPr>
          <p:nvPr>
            <p:ph sz="quarter" idx="14"/>
          </p:nvPr>
        </p:nvSpPr>
        <p:spPr>
          <a:xfrm>
            <a:off x="3977640" y="561425"/>
            <a:ext cx="7772400" cy="2240280"/>
          </a:xfrm>
        </p:spPr>
        <p:txBody>
          <a:bodyPr>
            <a:noAutofit/>
          </a:bodyPr>
          <a:lstStyle>
            <a:lvl1pPr marL="285750" indent="-285750">
              <a:buFont typeface="Arial" panose="020B0604020202020204" pitchFamily="34" charset="0"/>
              <a:buChar char="•"/>
              <a:defRPr sz="1800"/>
            </a:lvl1pPr>
            <a:lvl2pPr marL="514350" indent="-285750">
              <a:buFont typeface="Arial" panose="020B0604020202020204" pitchFamily="34" charset="0"/>
              <a:buChar char="•"/>
              <a:defRPr sz="1600"/>
            </a:lvl2pPr>
            <a:lvl3pPr marL="742950" indent="-285750">
              <a:buFont typeface="Arial" panose="020B0604020202020204" pitchFamily="34" charset="0"/>
              <a:buChar char="•"/>
              <a:defRPr sz="1400"/>
            </a:lvl3pPr>
            <a:lvl4pPr marL="857250" indent="-171450">
              <a:buFont typeface="Arial" panose="020B0604020202020204" pitchFamily="34" charset="0"/>
              <a:buChar char="•"/>
              <a:defRPr sz="1200"/>
            </a:lvl4pPr>
            <a:lvl5pPr marL="1085850" indent="-171450">
              <a:buFont typeface="Arial" panose="020B0604020202020204" pitchFamily="34" charset="0"/>
              <a:buChar char="•"/>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2" name="Picture Placeholder 11">
            <a:extLst>
              <a:ext uri="{FF2B5EF4-FFF2-40B4-BE49-F238E27FC236}">
                <a16:creationId xmlns:a16="http://schemas.microsoft.com/office/drawing/2014/main" id="{20558516-7088-BB33-D6DC-15ED4C60CBAF}"/>
              </a:ext>
            </a:extLst>
          </p:cNvPr>
          <p:cNvSpPr>
            <a:spLocks noGrp="1"/>
          </p:cNvSpPr>
          <p:nvPr>
            <p:ph type="pic" sz="quarter" idx="15"/>
          </p:nvPr>
        </p:nvSpPr>
        <p:spPr>
          <a:xfrm>
            <a:off x="441960" y="3067414"/>
            <a:ext cx="11750040" cy="3790586"/>
          </a:xfrm>
          <a:custGeom>
            <a:avLst/>
            <a:gdLst>
              <a:gd name="connsiteX0" fmla="*/ 603695 w 11750040"/>
              <a:gd name="connsiteY0" fmla="*/ 0 h 3790586"/>
              <a:gd name="connsiteX1" fmla="*/ 11750040 w 11750040"/>
              <a:gd name="connsiteY1" fmla="*/ 0 h 3790586"/>
              <a:gd name="connsiteX2" fmla="*/ 11750040 w 11750040"/>
              <a:gd name="connsiteY2" fmla="*/ 3790586 h 3790586"/>
              <a:gd name="connsiteX3" fmla="*/ 0 w 11750040"/>
              <a:gd name="connsiteY3" fmla="*/ 3790586 h 3790586"/>
              <a:gd name="connsiteX4" fmla="*/ 0 w 11750040"/>
              <a:gd name="connsiteY4" fmla="*/ 603695 h 3790586"/>
              <a:gd name="connsiteX5" fmla="*/ 603695 w 11750040"/>
              <a:gd name="connsiteY5" fmla="*/ 0 h 37905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750040" h="3790586">
                <a:moveTo>
                  <a:pt x="603695" y="0"/>
                </a:moveTo>
                <a:lnTo>
                  <a:pt x="11750040" y="0"/>
                </a:lnTo>
                <a:lnTo>
                  <a:pt x="11750040" y="3790586"/>
                </a:lnTo>
                <a:lnTo>
                  <a:pt x="0" y="3790586"/>
                </a:lnTo>
                <a:lnTo>
                  <a:pt x="0" y="603695"/>
                </a:lnTo>
                <a:cubicBezTo>
                  <a:pt x="0" y="270283"/>
                  <a:pt x="270283" y="0"/>
                  <a:pt x="603695" y="0"/>
                </a:cubicBezTo>
                <a:close/>
              </a:path>
            </a:pathLst>
          </a:custGeom>
          <a:blipFill>
            <a:blip r:embed="rId2" cstate="screen">
              <a:extLst>
                <a:ext uri="{28A0092B-C50C-407E-A947-70E740481C1C}">
                  <a14:useLocalDpi xmlns:a14="http://schemas.microsoft.com/office/drawing/2010/main"/>
                </a:ext>
              </a:extLst>
            </a:blip>
            <a:stretch>
              <a:fillRect/>
            </a:stretch>
          </a:blipFill>
        </p:spPr>
        <p:txBody>
          <a:bodyPr wrap="square">
            <a:noAutofit/>
          </a:bodyPr>
          <a:lstStyle>
            <a:lvl1pPr marL="0" indent="0">
              <a:buNone/>
              <a:defRPr/>
            </a:lvl1pPr>
          </a:lstStyle>
          <a:p>
            <a:endParaRPr lang="en-US" dirty="0"/>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a:xfrm>
            <a:off x="137160" y="40460"/>
            <a:ext cx="3494314" cy="338328"/>
          </a:xfrm>
        </p:spPr>
        <p:txBody>
          <a:bodyPr/>
          <a:lstStyle/>
          <a:p>
            <a:fld id="{58567813-D47B-4BA9-A366-45E7794B6608}" type="datetime1">
              <a:rPr lang="en-US" smtClean="0"/>
              <a:t>11/17/2025</a:t>
            </a:fld>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a:xfrm>
            <a:off x="8876521" y="40460"/>
            <a:ext cx="2805405" cy="338328"/>
          </a:xfrm>
        </p:spPr>
        <p:txBody>
          <a:bodyPr/>
          <a:lstStyle/>
          <a:p>
            <a:r>
              <a:rPr lang="en-US" dirty="0"/>
              <a:t>Sample Footer Text</a:t>
            </a:r>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a:xfrm>
            <a:off x="11632162" y="40460"/>
            <a:ext cx="429207" cy="338328"/>
          </a:xfrm>
        </p:spPr>
        <p:txBody>
          <a:bodyPr/>
          <a:lstStyle/>
          <a:p>
            <a:fld id="{CC057153-B650-4DEB-B370-79DDCFDCE934}" type="slidenum">
              <a:rPr lang="en-US" smtClean="0"/>
              <a:t>‹#›</a:t>
            </a:fld>
            <a:endParaRPr lang="en-US" dirty="0"/>
          </a:p>
        </p:txBody>
      </p:sp>
    </p:spTree>
    <p:extLst>
      <p:ext uri="{BB962C8B-B14F-4D97-AF65-F5344CB8AC3E}">
        <p14:creationId xmlns:p14="http://schemas.microsoft.com/office/powerpoint/2010/main" val="1735246859"/>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Title, Content Photo 1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8311896" y="1078992"/>
            <a:ext cx="3273552" cy="1947672"/>
          </a:xfrm>
        </p:spPr>
        <p:txBody>
          <a:bodyPr anchor="b"/>
          <a:lstStyle/>
          <a:p>
            <a:r>
              <a:rPr lang="en-US"/>
              <a:t>Click to edit Master title style</a:t>
            </a:r>
          </a:p>
        </p:txBody>
      </p:sp>
      <p:sp>
        <p:nvSpPr>
          <p:cNvPr id="11" name="Picture Placeholder 3">
            <a:extLst>
              <a:ext uri="{FF2B5EF4-FFF2-40B4-BE49-F238E27FC236}">
                <a16:creationId xmlns:a16="http://schemas.microsoft.com/office/drawing/2014/main" id="{8073E866-A871-62F7-1E54-F2A44278F834}"/>
              </a:ext>
            </a:extLst>
          </p:cNvPr>
          <p:cNvSpPr>
            <a:spLocks noGrp="1"/>
          </p:cNvSpPr>
          <p:nvPr>
            <p:ph type="pic" sz="quarter" idx="15"/>
          </p:nvPr>
        </p:nvSpPr>
        <p:spPr>
          <a:xfrm>
            <a:off x="0" y="0"/>
            <a:ext cx="7734300" cy="6399152"/>
          </a:xfrm>
          <a:custGeom>
            <a:avLst/>
            <a:gdLst>
              <a:gd name="connsiteX0" fmla="*/ 0 w 7734300"/>
              <a:gd name="connsiteY0" fmla="*/ 0 h 6399152"/>
              <a:gd name="connsiteX1" fmla="*/ 7734300 w 7734300"/>
              <a:gd name="connsiteY1" fmla="*/ 0 h 6399152"/>
              <a:gd name="connsiteX2" fmla="*/ 7734300 w 7734300"/>
              <a:gd name="connsiteY2" fmla="*/ 5797156 h 6399152"/>
              <a:gd name="connsiteX3" fmla="*/ 7132304 w 7734300"/>
              <a:gd name="connsiteY3" fmla="*/ 6399152 h 6399152"/>
              <a:gd name="connsiteX4" fmla="*/ 0 w 7734300"/>
              <a:gd name="connsiteY4" fmla="*/ 6399152 h 639915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734300" h="6399152">
                <a:moveTo>
                  <a:pt x="0" y="0"/>
                </a:moveTo>
                <a:lnTo>
                  <a:pt x="7734300" y="0"/>
                </a:lnTo>
                <a:lnTo>
                  <a:pt x="7734300" y="5797156"/>
                </a:lnTo>
                <a:cubicBezTo>
                  <a:pt x="7734300" y="6129629"/>
                  <a:pt x="7464777" y="6399152"/>
                  <a:pt x="7132304" y="6399152"/>
                </a:cubicBezTo>
                <a:lnTo>
                  <a:pt x="0" y="6399152"/>
                </a:lnTo>
                <a:close/>
              </a:path>
            </a:pathLst>
          </a:custGeom>
          <a:blipFill>
            <a:blip r:embed="rId2" cstate="screen">
              <a:extLst>
                <a:ext uri="{28A0092B-C50C-407E-A947-70E740481C1C}">
                  <a14:useLocalDpi xmlns:a14="http://schemas.microsoft.com/office/drawing/2010/main"/>
                </a:ext>
              </a:extLst>
            </a:blip>
            <a:stretch>
              <a:fillRect/>
            </a:stretch>
          </a:blipFill>
        </p:spPr>
        <p:txBody>
          <a:bodyPr wrap="square">
            <a:noAutofit/>
          </a:bodyPr>
          <a:lstStyle>
            <a:lvl1pPr marL="0" indent="0">
              <a:buNone/>
              <a:defRPr/>
            </a:lvl1pPr>
          </a:lstStyle>
          <a:p>
            <a:endParaRPr lang="en-US" dirty="0"/>
          </a:p>
        </p:txBody>
      </p:sp>
      <p:sp>
        <p:nvSpPr>
          <p:cNvPr id="8" name="Content Placeholder 7">
            <a:extLst>
              <a:ext uri="{FF2B5EF4-FFF2-40B4-BE49-F238E27FC236}">
                <a16:creationId xmlns:a16="http://schemas.microsoft.com/office/drawing/2014/main" id="{6E0D00CE-C191-6DE5-9D82-7EFB59BC3739}"/>
              </a:ext>
            </a:extLst>
          </p:cNvPr>
          <p:cNvSpPr>
            <a:spLocks noGrp="1"/>
          </p:cNvSpPr>
          <p:nvPr>
            <p:ph sz="quarter" idx="14"/>
          </p:nvPr>
        </p:nvSpPr>
        <p:spPr>
          <a:xfrm>
            <a:off x="8311896" y="3099816"/>
            <a:ext cx="3273552" cy="2953512"/>
          </a:xfrm>
        </p:spPr>
        <p:txBody>
          <a:bodyPr>
            <a:normAutofit/>
          </a:bodyPr>
          <a:lstStyle>
            <a:lvl1pPr marL="285750" indent="-285750">
              <a:buFont typeface="Arial" panose="020B0604020202020204" pitchFamily="34" charset="0"/>
              <a:buChar char="•"/>
              <a:defRPr sz="1600"/>
            </a:lvl1pPr>
            <a:lvl2pPr marL="514350" indent="-285750">
              <a:buFont typeface="Arial" panose="020B0604020202020204" pitchFamily="34" charset="0"/>
              <a:buChar char="•"/>
              <a:defRPr sz="1400"/>
            </a:lvl2pPr>
            <a:lvl3pPr marL="628650" indent="-171450">
              <a:buFont typeface="Arial" panose="020B0604020202020204" pitchFamily="34" charset="0"/>
              <a:buChar char="•"/>
              <a:defRPr sz="1200"/>
            </a:lvl3pPr>
            <a:lvl4pPr marL="857250" indent="-171450">
              <a:buFont typeface="Arial" panose="020B0604020202020204" pitchFamily="34" charset="0"/>
              <a:buChar char="•"/>
              <a:defRPr sz="1100"/>
            </a:lvl4pPr>
            <a:lvl5pPr marL="1085850" indent="-171450">
              <a:buFont typeface="Arial" panose="020B0604020202020204" pitchFamily="34" charset="0"/>
              <a:buChar char="•"/>
              <a:defRPr sz="105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lvl1pPr>
              <a:defRPr>
                <a:solidFill>
                  <a:schemeClr val="tx1"/>
                </a:solidFill>
                <a:effectLst/>
              </a:defRPr>
            </a:lvl1pPr>
          </a:lstStyle>
          <a:p>
            <a:fld id="{D3C75A4F-7395-44C0-9A76-83F0F6EA512A}" type="datetime1">
              <a:rPr lang="en-US" smtClean="0"/>
              <a:t>11/17/2025</a:t>
            </a:fld>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p>
            <a:r>
              <a:rPr lang="en-US" dirty="0"/>
              <a:t>Sample Footer Text</a:t>
            </a:r>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p>
            <a:fld id="{CC057153-B650-4DEB-B370-79DDCFDCE934}" type="slidenum">
              <a:rPr lang="en-US" smtClean="0"/>
              <a:t>‹#›</a:t>
            </a:fld>
            <a:endParaRPr lang="en-US" dirty="0"/>
          </a:p>
        </p:txBody>
      </p:sp>
    </p:spTree>
    <p:extLst>
      <p:ext uri="{BB962C8B-B14F-4D97-AF65-F5344CB8AC3E}">
        <p14:creationId xmlns:p14="http://schemas.microsoft.com/office/powerpoint/2010/main" val="2856690702"/>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Title, Content Photo 1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321733" y="5111854"/>
            <a:ext cx="3945468" cy="1389888"/>
          </a:xfrm>
        </p:spPr>
        <p:txBody>
          <a:bodyPr anchor="t">
            <a:normAutofit/>
          </a:bodyPr>
          <a:lstStyle>
            <a:lvl1pPr>
              <a:defRPr sz="3200"/>
            </a:lvl1pPr>
          </a:lstStyle>
          <a:p>
            <a:r>
              <a:rPr lang="en-US"/>
              <a:t>Click to edit Master title style</a:t>
            </a:r>
          </a:p>
        </p:txBody>
      </p:sp>
      <p:sp>
        <p:nvSpPr>
          <p:cNvPr id="8" name="Content Placeholder 7">
            <a:extLst>
              <a:ext uri="{FF2B5EF4-FFF2-40B4-BE49-F238E27FC236}">
                <a16:creationId xmlns:a16="http://schemas.microsoft.com/office/drawing/2014/main" id="{C3D15418-1E32-0501-0E66-54FC2DD08E39}"/>
              </a:ext>
            </a:extLst>
          </p:cNvPr>
          <p:cNvSpPr>
            <a:spLocks noGrp="1"/>
          </p:cNvSpPr>
          <p:nvPr>
            <p:ph sz="quarter" idx="14"/>
          </p:nvPr>
        </p:nvSpPr>
        <p:spPr>
          <a:xfrm>
            <a:off x="5584372" y="5111854"/>
            <a:ext cx="6168356" cy="1389888"/>
          </a:xfrm>
        </p:spPr>
        <p:txBody>
          <a:bodyPr>
            <a:noAutofit/>
          </a:bodyPr>
          <a:lstStyle>
            <a:lvl1pPr marL="0" indent="0">
              <a:buFont typeface="Arial" panose="020B0604020202020204" pitchFamily="34" charset="0"/>
              <a:buNone/>
              <a:defRPr sz="1400"/>
            </a:lvl1pPr>
            <a:lvl2pPr marL="228600" indent="0">
              <a:buFont typeface="Arial" panose="020B0604020202020204" pitchFamily="34" charset="0"/>
              <a:buNone/>
              <a:defRPr sz="1200"/>
            </a:lvl2pPr>
            <a:lvl3pPr marL="457200" indent="0">
              <a:buFont typeface="Arial" panose="020B0604020202020204" pitchFamily="34" charset="0"/>
              <a:buNone/>
              <a:defRPr sz="1100"/>
            </a:lvl3pPr>
            <a:lvl4pPr marL="685800" indent="0">
              <a:buFont typeface="Arial" panose="020B0604020202020204" pitchFamily="34" charset="0"/>
              <a:buNone/>
              <a:defRPr sz="1050"/>
            </a:lvl4pPr>
            <a:lvl5pPr marL="914400" indent="0">
              <a:buFont typeface="Arial" panose="020B0604020202020204" pitchFamily="34" charset="0"/>
              <a:buNone/>
              <a:defRPr sz="10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9" name="Picture Placeholder 8">
            <a:extLst>
              <a:ext uri="{FF2B5EF4-FFF2-40B4-BE49-F238E27FC236}">
                <a16:creationId xmlns:a16="http://schemas.microsoft.com/office/drawing/2014/main" id="{815B30A2-D0D1-DED2-1133-A673CEA16AE9}"/>
              </a:ext>
            </a:extLst>
          </p:cNvPr>
          <p:cNvSpPr>
            <a:spLocks noGrp="1"/>
          </p:cNvSpPr>
          <p:nvPr>
            <p:ph type="pic" sz="quarter" idx="15"/>
          </p:nvPr>
        </p:nvSpPr>
        <p:spPr>
          <a:xfrm>
            <a:off x="0" y="0"/>
            <a:ext cx="11750040" cy="4724868"/>
          </a:xfrm>
          <a:custGeom>
            <a:avLst/>
            <a:gdLst>
              <a:gd name="connsiteX0" fmla="*/ 0 w 11750040"/>
              <a:gd name="connsiteY0" fmla="*/ 0 h 4724868"/>
              <a:gd name="connsiteX1" fmla="*/ 11750040 w 11750040"/>
              <a:gd name="connsiteY1" fmla="*/ 0 h 4724868"/>
              <a:gd name="connsiteX2" fmla="*/ 11750040 w 11750040"/>
              <a:gd name="connsiteY2" fmla="*/ 4122872 h 4724868"/>
              <a:gd name="connsiteX3" fmla="*/ 11148044 w 11750040"/>
              <a:gd name="connsiteY3" fmla="*/ 4724868 h 4724868"/>
              <a:gd name="connsiteX4" fmla="*/ 0 w 11750040"/>
              <a:gd name="connsiteY4" fmla="*/ 4724868 h 47248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750040" h="4724868">
                <a:moveTo>
                  <a:pt x="0" y="0"/>
                </a:moveTo>
                <a:lnTo>
                  <a:pt x="11750040" y="0"/>
                </a:lnTo>
                <a:lnTo>
                  <a:pt x="11750040" y="4122872"/>
                </a:lnTo>
                <a:cubicBezTo>
                  <a:pt x="11750040" y="4455345"/>
                  <a:pt x="11480517" y="4724868"/>
                  <a:pt x="11148044" y="4724868"/>
                </a:cubicBezTo>
                <a:lnTo>
                  <a:pt x="0" y="4724868"/>
                </a:lnTo>
                <a:close/>
              </a:path>
            </a:pathLst>
          </a:custGeom>
          <a:blipFill>
            <a:blip r:embed="rId2" cstate="screen">
              <a:extLst>
                <a:ext uri="{28A0092B-C50C-407E-A947-70E740481C1C}">
                  <a14:useLocalDpi xmlns:a14="http://schemas.microsoft.com/office/drawing/2010/main"/>
                </a:ext>
              </a:extLst>
            </a:blip>
            <a:stretch>
              <a:fillRect/>
            </a:stretch>
          </a:blipFill>
        </p:spPr>
        <p:txBody>
          <a:bodyPr wrap="square">
            <a:noAutofit/>
          </a:bodyPr>
          <a:lstStyle>
            <a:lvl1pPr marL="0" indent="0">
              <a:buNone/>
              <a:defRPr/>
            </a:lvl1pPr>
          </a:lstStyle>
          <a:p>
            <a:endParaRPr lang="en-US" dirty="0"/>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p>
            <a:fld id="{1B2EEDCC-520A-464B-900A-5F7E0E1FFC43}" type="datetime1">
              <a:rPr lang="en-US" smtClean="0"/>
              <a:t>11/17/2025</a:t>
            </a:fld>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p>
            <a:r>
              <a:rPr lang="en-US" dirty="0"/>
              <a:t>Sample Footer Text</a:t>
            </a:r>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p>
            <a:fld id="{CC057153-B650-4DEB-B370-79DDCFDCE934}" type="slidenum">
              <a:rPr lang="en-US" smtClean="0"/>
              <a:t>‹#›</a:t>
            </a:fld>
            <a:endParaRPr lang="en-US" dirty="0"/>
          </a:p>
        </p:txBody>
      </p:sp>
    </p:spTree>
    <p:extLst>
      <p:ext uri="{BB962C8B-B14F-4D97-AF65-F5344CB8AC3E}">
        <p14:creationId xmlns:p14="http://schemas.microsoft.com/office/powerpoint/2010/main" val="1928152723"/>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Title, Content Photo 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5550408" y="548640"/>
            <a:ext cx="6035040" cy="1143000"/>
          </a:xfrm>
        </p:spPr>
        <p:txBody>
          <a:bodyPr anchor="b"/>
          <a:lstStyle/>
          <a:p>
            <a:r>
              <a:rPr lang="en-US"/>
              <a:t>Click to edit Master title style</a:t>
            </a:r>
          </a:p>
        </p:txBody>
      </p:sp>
      <p:sp>
        <p:nvSpPr>
          <p:cNvPr id="11" name="Picture Placeholder 3">
            <a:extLst>
              <a:ext uri="{FF2B5EF4-FFF2-40B4-BE49-F238E27FC236}">
                <a16:creationId xmlns:a16="http://schemas.microsoft.com/office/drawing/2014/main" id="{C1AB8ED2-AD91-CB22-5624-BD41AB32529E}"/>
              </a:ext>
            </a:extLst>
          </p:cNvPr>
          <p:cNvSpPr>
            <a:spLocks noGrp="1"/>
          </p:cNvSpPr>
          <p:nvPr>
            <p:ph type="pic" sz="quarter" idx="15"/>
          </p:nvPr>
        </p:nvSpPr>
        <p:spPr>
          <a:xfrm>
            <a:off x="0" y="0"/>
            <a:ext cx="4844052" cy="6399152"/>
          </a:xfrm>
          <a:custGeom>
            <a:avLst/>
            <a:gdLst>
              <a:gd name="connsiteX0" fmla="*/ 0 w 4844052"/>
              <a:gd name="connsiteY0" fmla="*/ 0 h 6399152"/>
              <a:gd name="connsiteX1" fmla="*/ 4844052 w 4844052"/>
              <a:gd name="connsiteY1" fmla="*/ 0 h 6399152"/>
              <a:gd name="connsiteX2" fmla="*/ 4844052 w 4844052"/>
              <a:gd name="connsiteY2" fmla="*/ 5795922 h 6399152"/>
              <a:gd name="connsiteX3" fmla="*/ 4240822 w 4844052"/>
              <a:gd name="connsiteY3" fmla="*/ 6399152 h 6399152"/>
              <a:gd name="connsiteX4" fmla="*/ 0 w 4844052"/>
              <a:gd name="connsiteY4" fmla="*/ 6399152 h 639915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844052" h="6399152">
                <a:moveTo>
                  <a:pt x="0" y="0"/>
                </a:moveTo>
                <a:lnTo>
                  <a:pt x="4844052" y="0"/>
                </a:lnTo>
                <a:lnTo>
                  <a:pt x="4844052" y="5795922"/>
                </a:lnTo>
                <a:cubicBezTo>
                  <a:pt x="4844052" y="6129077"/>
                  <a:pt x="4573977" y="6399152"/>
                  <a:pt x="4240822" y="6399152"/>
                </a:cubicBezTo>
                <a:lnTo>
                  <a:pt x="0" y="6399152"/>
                </a:lnTo>
                <a:close/>
              </a:path>
            </a:pathLst>
          </a:custGeom>
          <a:blipFill>
            <a:blip r:embed="rId2" cstate="screen">
              <a:extLst>
                <a:ext uri="{28A0092B-C50C-407E-A947-70E740481C1C}">
                  <a14:useLocalDpi xmlns:a14="http://schemas.microsoft.com/office/drawing/2010/main"/>
                </a:ext>
              </a:extLst>
            </a:blip>
            <a:stretch>
              <a:fillRect/>
            </a:stretch>
          </a:blipFill>
        </p:spPr>
        <p:txBody>
          <a:bodyPr wrap="square">
            <a:noAutofit/>
          </a:bodyPr>
          <a:lstStyle>
            <a:lvl1pPr marL="0" indent="0">
              <a:buNone/>
              <a:defRPr/>
            </a:lvl1pPr>
          </a:lstStyle>
          <a:p>
            <a:endParaRPr lang="en-US" dirty="0"/>
          </a:p>
        </p:txBody>
      </p:sp>
      <p:sp>
        <p:nvSpPr>
          <p:cNvPr id="8" name="Content Placeholder 7">
            <a:extLst>
              <a:ext uri="{FF2B5EF4-FFF2-40B4-BE49-F238E27FC236}">
                <a16:creationId xmlns:a16="http://schemas.microsoft.com/office/drawing/2014/main" id="{818B74D6-CD72-B859-C229-60DB988B25E3}"/>
              </a:ext>
            </a:extLst>
          </p:cNvPr>
          <p:cNvSpPr>
            <a:spLocks noGrp="1"/>
          </p:cNvSpPr>
          <p:nvPr>
            <p:ph sz="quarter" idx="14"/>
          </p:nvPr>
        </p:nvSpPr>
        <p:spPr>
          <a:xfrm>
            <a:off x="5550408" y="1828800"/>
            <a:ext cx="6035040" cy="448970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lvl1pPr>
              <a:defRPr>
                <a:solidFill>
                  <a:schemeClr val="tx1"/>
                </a:solidFill>
                <a:effectLst/>
              </a:defRPr>
            </a:lvl1pPr>
          </a:lstStyle>
          <a:p>
            <a:fld id="{B36C1D43-E95A-44CE-BF39-AC264176BC74}" type="datetime1">
              <a:rPr lang="en-US" smtClean="0"/>
              <a:t>11/17/2025</a:t>
            </a:fld>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p>
            <a:r>
              <a:rPr lang="en-US" dirty="0"/>
              <a:t>Sample Footer Text</a:t>
            </a:r>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p>
            <a:fld id="{CC057153-B650-4DEB-B370-79DDCFDCE934}" type="slidenum">
              <a:rPr lang="en-US" smtClean="0"/>
              <a:t>‹#›</a:t>
            </a:fld>
            <a:endParaRPr lang="en-US" dirty="0"/>
          </a:p>
        </p:txBody>
      </p:sp>
    </p:spTree>
    <p:extLst>
      <p:ext uri="{BB962C8B-B14F-4D97-AF65-F5344CB8AC3E}">
        <p14:creationId xmlns:p14="http://schemas.microsoft.com/office/powerpoint/2010/main" val="3529500242"/>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Title, Content Photo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429768" y="548640"/>
            <a:ext cx="6135624" cy="1143000"/>
          </a:xfrm>
        </p:spPr>
        <p:txBody>
          <a:bodyPr anchor="b"/>
          <a:lstStyle/>
          <a:p>
            <a:r>
              <a:rPr lang="en-US"/>
              <a:t>Click to edit Master title style</a:t>
            </a:r>
          </a:p>
        </p:txBody>
      </p:sp>
      <p:sp>
        <p:nvSpPr>
          <p:cNvPr id="8" name="Content Placeholder 7">
            <a:extLst>
              <a:ext uri="{FF2B5EF4-FFF2-40B4-BE49-F238E27FC236}">
                <a16:creationId xmlns:a16="http://schemas.microsoft.com/office/drawing/2014/main" id="{07755DB3-9272-8E5E-039F-AC14A2C07898}"/>
              </a:ext>
            </a:extLst>
          </p:cNvPr>
          <p:cNvSpPr>
            <a:spLocks noGrp="1"/>
          </p:cNvSpPr>
          <p:nvPr>
            <p:ph sz="quarter" idx="14"/>
          </p:nvPr>
        </p:nvSpPr>
        <p:spPr>
          <a:xfrm>
            <a:off x="429768" y="1828800"/>
            <a:ext cx="6135624" cy="448970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Picture Placeholder 3">
            <a:extLst>
              <a:ext uri="{FF2B5EF4-FFF2-40B4-BE49-F238E27FC236}">
                <a16:creationId xmlns:a16="http://schemas.microsoft.com/office/drawing/2014/main" id="{D436AA50-FCF9-9A32-68F8-A124C794908D}"/>
              </a:ext>
            </a:extLst>
          </p:cNvPr>
          <p:cNvSpPr>
            <a:spLocks noGrp="1"/>
          </p:cNvSpPr>
          <p:nvPr>
            <p:ph type="pic" sz="quarter" idx="15"/>
          </p:nvPr>
        </p:nvSpPr>
        <p:spPr>
          <a:xfrm>
            <a:off x="7353304" y="0"/>
            <a:ext cx="4838696" cy="6399152"/>
          </a:xfrm>
          <a:custGeom>
            <a:avLst/>
            <a:gdLst>
              <a:gd name="connsiteX0" fmla="*/ 0 w 4838696"/>
              <a:gd name="connsiteY0" fmla="*/ 0 h 6399152"/>
              <a:gd name="connsiteX1" fmla="*/ 4838696 w 4838696"/>
              <a:gd name="connsiteY1" fmla="*/ 0 h 6399152"/>
              <a:gd name="connsiteX2" fmla="*/ 4838696 w 4838696"/>
              <a:gd name="connsiteY2" fmla="*/ 6399152 h 6399152"/>
              <a:gd name="connsiteX3" fmla="*/ 603230 w 4838696"/>
              <a:gd name="connsiteY3" fmla="*/ 6399152 h 6399152"/>
              <a:gd name="connsiteX4" fmla="*/ 0 w 4838696"/>
              <a:gd name="connsiteY4" fmla="*/ 5795922 h 639915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838696" h="6399152">
                <a:moveTo>
                  <a:pt x="0" y="0"/>
                </a:moveTo>
                <a:lnTo>
                  <a:pt x="4838696" y="0"/>
                </a:lnTo>
                <a:lnTo>
                  <a:pt x="4838696" y="6399152"/>
                </a:lnTo>
                <a:lnTo>
                  <a:pt x="603230" y="6399152"/>
                </a:lnTo>
                <a:cubicBezTo>
                  <a:pt x="270075" y="6399152"/>
                  <a:pt x="0" y="6129077"/>
                  <a:pt x="0" y="5795922"/>
                </a:cubicBezTo>
                <a:close/>
              </a:path>
            </a:pathLst>
          </a:custGeom>
          <a:blipFill>
            <a:blip r:embed="rId2" cstate="screen">
              <a:extLst>
                <a:ext uri="{28A0092B-C50C-407E-A947-70E740481C1C}">
                  <a14:useLocalDpi xmlns:a14="http://schemas.microsoft.com/office/drawing/2010/main"/>
                </a:ext>
              </a:extLst>
            </a:blip>
            <a:stretch>
              <a:fillRect/>
            </a:stretch>
          </a:blipFill>
        </p:spPr>
        <p:txBody>
          <a:bodyPr wrap="square">
            <a:noAutofit/>
          </a:bodyPr>
          <a:lstStyle>
            <a:lvl1pPr marL="0" indent="0">
              <a:buNone/>
              <a:defRPr/>
            </a:lvl1pPr>
          </a:lstStyle>
          <a:p>
            <a:endParaRPr lang="en-US" dirty="0"/>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p>
            <a:fld id="{6F84395D-714C-468A-B505-16E3BDC41D6C}" type="datetime1">
              <a:rPr lang="en-US" smtClean="0"/>
              <a:t>11/17/2025</a:t>
            </a:fld>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lvl1pPr>
              <a:defRPr>
                <a:solidFill>
                  <a:schemeClr val="tx1"/>
                </a:solidFill>
                <a:effectLst/>
              </a:defRPr>
            </a:lvl1pPr>
          </a:lstStyle>
          <a:p>
            <a:r>
              <a:rPr lang="en-US" dirty="0"/>
              <a:t>Sample Footer Text</a:t>
            </a:r>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lvl1pPr>
              <a:defRPr>
                <a:solidFill>
                  <a:schemeClr val="tx1"/>
                </a:solidFill>
                <a:effectLst/>
              </a:defRPr>
            </a:lvl1pPr>
          </a:lstStyle>
          <a:p>
            <a:fld id="{CC057153-B650-4DEB-B370-79DDCFDCE934}" type="slidenum">
              <a:rPr lang="en-US" smtClean="0"/>
              <a:pPr/>
              <a:t>‹#›</a:t>
            </a:fld>
            <a:endParaRPr lang="en-US" dirty="0"/>
          </a:p>
        </p:txBody>
      </p:sp>
    </p:spTree>
    <p:extLst>
      <p:ext uri="{BB962C8B-B14F-4D97-AF65-F5344CB8AC3E}">
        <p14:creationId xmlns:p14="http://schemas.microsoft.com/office/powerpoint/2010/main" val="2834310040"/>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Title, Content Photo 7">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7196328" y="320040"/>
            <a:ext cx="4389120" cy="932688"/>
          </a:xfrm>
        </p:spPr>
        <p:txBody>
          <a:bodyPr anchor="b"/>
          <a:lstStyle/>
          <a:p>
            <a:r>
              <a:rPr lang="en-US"/>
              <a:t>Click to edit Master title style</a:t>
            </a:r>
          </a:p>
        </p:txBody>
      </p:sp>
      <p:sp>
        <p:nvSpPr>
          <p:cNvPr id="11" name="Picture Placeholder 9">
            <a:extLst>
              <a:ext uri="{FF2B5EF4-FFF2-40B4-BE49-F238E27FC236}">
                <a16:creationId xmlns:a16="http://schemas.microsoft.com/office/drawing/2014/main" id="{6B8A8E1B-B99E-8C69-154E-2FAADB07D510}"/>
              </a:ext>
            </a:extLst>
          </p:cNvPr>
          <p:cNvSpPr>
            <a:spLocks noGrp="1"/>
          </p:cNvSpPr>
          <p:nvPr>
            <p:ph type="pic" sz="quarter" idx="15"/>
          </p:nvPr>
        </p:nvSpPr>
        <p:spPr>
          <a:xfrm>
            <a:off x="0" y="0"/>
            <a:ext cx="6591300" cy="6399152"/>
          </a:xfrm>
          <a:custGeom>
            <a:avLst/>
            <a:gdLst>
              <a:gd name="connsiteX0" fmla="*/ 0 w 6591300"/>
              <a:gd name="connsiteY0" fmla="*/ 0 h 6399152"/>
              <a:gd name="connsiteX1" fmla="*/ 6591300 w 6591300"/>
              <a:gd name="connsiteY1" fmla="*/ 0 h 6399152"/>
              <a:gd name="connsiteX2" fmla="*/ 6591300 w 6591300"/>
              <a:gd name="connsiteY2" fmla="*/ 5797156 h 6399152"/>
              <a:gd name="connsiteX3" fmla="*/ 5989304 w 6591300"/>
              <a:gd name="connsiteY3" fmla="*/ 6399152 h 6399152"/>
              <a:gd name="connsiteX4" fmla="*/ 0 w 6591300"/>
              <a:gd name="connsiteY4" fmla="*/ 6399152 h 639915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591300" h="6399152">
                <a:moveTo>
                  <a:pt x="0" y="0"/>
                </a:moveTo>
                <a:lnTo>
                  <a:pt x="6591300" y="0"/>
                </a:lnTo>
                <a:lnTo>
                  <a:pt x="6591300" y="5797156"/>
                </a:lnTo>
                <a:cubicBezTo>
                  <a:pt x="6591300" y="6129629"/>
                  <a:pt x="6321777" y="6399152"/>
                  <a:pt x="5989304" y="6399152"/>
                </a:cubicBezTo>
                <a:lnTo>
                  <a:pt x="0" y="6399152"/>
                </a:lnTo>
                <a:close/>
              </a:path>
            </a:pathLst>
          </a:custGeom>
          <a:blipFill>
            <a:blip r:embed="rId2" cstate="screen">
              <a:extLst>
                <a:ext uri="{28A0092B-C50C-407E-A947-70E740481C1C}">
                  <a14:useLocalDpi xmlns:a14="http://schemas.microsoft.com/office/drawing/2010/main"/>
                </a:ext>
              </a:extLst>
            </a:blip>
            <a:stretch>
              <a:fillRect/>
            </a:stretch>
          </a:blipFill>
        </p:spPr>
        <p:txBody>
          <a:bodyPr wrap="square">
            <a:noAutofit/>
          </a:bodyPr>
          <a:lstStyle>
            <a:lvl1pPr marL="0" indent="0">
              <a:buNone/>
              <a:defRPr/>
            </a:lvl1pPr>
          </a:lstStyle>
          <a:p>
            <a:endParaRPr lang="en-US" dirty="0"/>
          </a:p>
        </p:txBody>
      </p:sp>
      <p:sp>
        <p:nvSpPr>
          <p:cNvPr id="8" name="Content Placeholder 7">
            <a:extLst>
              <a:ext uri="{FF2B5EF4-FFF2-40B4-BE49-F238E27FC236}">
                <a16:creationId xmlns:a16="http://schemas.microsoft.com/office/drawing/2014/main" id="{7FF0220E-48F8-B4D9-19DE-7B457C3C221C}"/>
              </a:ext>
            </a:extLst>
          </p:cNvPr>
          <p:cNvSpPr>
            <a:spLocks noGrp="1"/>
          </p:cNvSpPr>
          <p:nvPr>
            <p:ph sz="quarter" idx="14"/>
          </p:nvPr>
        </p:nvSpPr>
        <p:spPr>
          <a:xfrm>
            <a:off x="7196328" y="1380744"/>
            <a:ext cx="4389120" cy="498348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lvl1pPr>
              <a:defRPr>
                <a:solidFill>
                  <a:schemeClr val="tx1"/>
                </a:solidFill>
                <a:effectLst/>
              </a:defRPr>
            </a:lvl1pPr>
          </a:lstStyle>
          <a:p>
            <a:fld id="{4009D615-5030-44BE-B1E7-FCAF557FFC34}" type="datetime1">
              <a:rPr lang="en-US" smtClean="0"/>
              <a:t>11/17/2025</a:t>
            </a:fld>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p>
            <a:r>
              <a:rPr lang="en-US" dirty="0"/>
              <a:t>Sample Footer Text</a:t>
            </a:r>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p>
            <a:fld id="{CC057153-B650-4DEB-B370-79DDCFDCE934}" type="slidenum">
              <a:rPr lang="en-US" smtClean="0"/>
              <a:t>‹#›</a:t>
            </a:fld>
            <a:endParaRPr lang="en-US" dirty="0"/>
          </a:p>
        </p:txBody>
      </p:sp>
    </p:spTree>
    <p:extLst>
      <p:ext uri="{BB962C8B-B14F-4D97-AF65-F5344CB8AC3E}">
        <p14:creationId xmlns:p14="http://schemas.microsoft.com/office/powerpoint/2010/main" val="22886448"/>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Title, Content Photo 8">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429767" y="320040"/>
            <a:ext cx="4573413" cy="932688"/>
          </a:xfrm>
        </p:spPr>
        <p:txBody>
          <a:bodyPr anchor="b"/>
          <a:lstStyle/>
          <a:p>
            <a:r>
              <a:rPr lang="en-US"/>
              <a:t>Click to edit Master title style</a:t>
            </a:r>
          </a:p>
        </p:txBody>
      </p:sp>
      <p:sp>
        <p:nvSpPr>
          <p:cNvPr id="8" name="Content Placeholder 7">
            <a:extLst>
              <a:ext uri="{FF2B5EF4-FFF2-40B4-BE49-F238E27FC236}">
                <a16:creationId xmlns:a16="http://schemas.microsoft.com/office/drawing/2014/main" id="{747AED59-1A26-9C13-8482-7857E7DEFE52}"/>
              </a:ext>
            </a:extLst>
          </p:cNvPr>
          <p:cNvSpPr>
            <a:spLocks noGrp="1"/>
          </p:cNvSpPr>
          <p:nvPr>
            <p:ph sz="quarter" idx="14"/>
          </p:nvPr>
        </p:nvSpPr>
        <p:spPr>
          <a:xfrm>
            <a:off x="429766" y="1380744"/>
            <a:ext cx="4573413" cy="498348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Picture Placeholder 3">
            <a:extLst>
              <a:ext uri="{FF2B5EF4-FFF2-40B4-BE49-F238E27FC236}">
                <a16:creationId xmlns:a16="http://schemas.microsoft.com/office/drawing/2014/main" id="{2BD82EEA-7278-1A73-C95C-473F75B54048}"/>
              </a:ext>
            </a:extLst>
          </p:cNvPr>
          <p:cNvSpPr>
            <a:spLocks noGrp="1"/>
          </p:cNvSpPr>
          <p:nvPr>
            <p:ph type="pic" sz="quarter" idx="15"/>
          </p:nvPr>
        </p:nvSpPr>
        <p:spPr>
          <a:xfrm>
            <a:off x="5737593" y="0"/>
            <a:ext cx="6454407" cy="6399152"/>
          </a:xfrm>
          <a:custGeom>
            <a:avLst/>
            <a:gdLst>
              <a:gd name="connsiteX0" fmla="*/ 0 w 6454407"/>
              <a:gd name="connsiteY0" fmla="*/ 0 h 6399152"/>
              <a:gd name="connsiteX1" fmla="*/ 6454407 w 6454407"/>
              <a:gd name="connsiteY1" fmla="*/ 0 h 6399152"/>
              <a:gd name="connsiteX2" fmla="*/ 6454407 w 6454407"/>
              <a:gd name="connsiteY2" fmla="*/ 6399152 h 6399152"/>
              <a:gd name="connsiteX3" fmla="*/ 601996 w 6454407"/>
              <a:gd name="connsiteY3" fmla="*/ 6399152 h 6399152"/>
              <a:gd name="connsiteX4" fmla="*/ 0 w 6454407"/>
              <a:gd name="connsiteY4" fmla="*/ 5797156 h 639915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454407" h="6399152">
                <a:moveTo>
                  <a:pt x="0" y="0"/>
                </a:moveTo>
                <a:lnTo>
                  <a:pt x="6454407" y="0"/>
                </a:lnTo>
                <a:lnTo>
                  <a:pt x="6454407" y="6399152"/>
                </a:lnTo>
                <a:lnTo>
                  <a:pt x="601996" y="6399152"/>
                </a:lnTo>
                <a:cubicBezTo>
                  <a:pt x="269523" y="6399152"/>
                  <a:pt x="0" y="6129629"/>
                  <a:pt x="0" y="5797156"/>
                </a:cubicBezTo>
                <a:close/>
              </a:path>
            </a:pathLst>
          </a:custGeom>
          <a:blipFill>
            <a:blip r:embed="rId2" cstate="screen">
              <a:extLst>
                <a:ext uri="{28A0092B-C50C-407E-A947-70E740481C1C}">
                  <a14:useLocalDpi xmlns:a14="http://schemas.microsoft.com/office/drawing/2010/main"/>
                </a:ext>
              </a:extLst>
            </a:blip>
            <a:stretch>
              <a:fillRect/>
            </a:stretch>
          </a:blipFill>
        </p:spPr>
        <p:txBody>
          <a:bodyPr wrap="square">
            <a:noAutofit/>
          </a:bodyPr>
          <a:lstStyle>
            <a:lvl1pPr marL="0" indent="0">
              <a:buNone/>
              <a:defRPr/>
            </a:lvl1pPr>
          </a:lstStyle>
          <a:p>
            <a:endParaRPr lang="en-US" dirty="0"/>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p>
            <a:fld id="{A65D8DDD-BB5E-4F5B-81F2-5E5F98B403C0}" type="datetime1">
              <a:rPr lang="en-US" smtClean="0"/>
              <a:t>11/17/2025</a:t>
            </a:fld>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lvl1pPr>
              <a:defRPr>
                <a:solidFill>
                  <a:schemeClr val="tx1"/>
                </a:solidFill>
                <a:effectLst/>
              </a:defRPr>
            </a:lvl1pPr>
          </a:lstStyle>
          <a:p>
            <a:r>
              <a:rPr lang="en-US" dirty="0"/>
              <a:t>Sample Footer Text</a:t>
            </a:r>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lvl1pPr>
              <a:defRPr>
                <a:solidFill>
                  <a:schemeClr val="tx1"/>
                </a:solidFill>
                <a:effectLst/>
              </a:defRPr>
            </a:lvl1pPr>
          </a:lstStyle>
          <a:p>
            <a:fld id="{CC057153-B650-4DEB-B370-79DDCFDCE934}" type="slidenum">
              <a:rPr lang="en-US" smtClean="0"/>
              <a:pPr/>
              <a:t>‹#›</a:t>
            </a:fld>
            <a:endParaRPr lang="en-US" dirty="0"/>
          </a:p>
        </p:txBody>
      </p:sp>
    </p:spTree>
    <p:extLst>
      <p:ext uri="{BB962C8B-B14F-4D97-AF65-F5344CB8AC3E}">
        <p14:creationId xmlns:p14="http://schemas.microsoft.com/office/powerpoint/2010/main" val="34638542"/>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Title, Content Photo 15">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429768" y="603504"/>
            <a:ext cx="11155680" cy="970463"/>
          </a:xfrm>
        </p:spPr>
        <p:txBody>
          <a:bodyPr anchor="ctr"/>
          <a:lstStyle/>
          <a:p>
            <a:r>
              <a:rPr lang="en-US"/>
              <a:t>Click to edit Master title style</a:t>
            </a:r>
          </a:p>
        </p:txBody>
      </p:sp>
      <p:sp>
        <p:nvSpPr>
          <p:cNvPr id="9" name="Picture Placeholder 8">
            <a:extLst>
              <a:ext uri="{FF2B5EF4-FFF2-40B4-BE49-F238E27FC236}">
                <a16:creationId xmlns:a16="http://schemas.microsoft.com/office/drawing/2014/main" id="{19C22D85-D675-737B-9F54-B9D7FC819199}"/>
              </a:ext>
            </a:extLst>
          </p:cNvPr>
          <p:cNvSpPr>
            <a:spLocks noGrp="1"/>
          </p:cNvSpPr>
          <p:nvPr>
            <p:ph type="pic" sz="quarter" idx="15"/>
          </p:nvPr>
        </p:nvSpPr>
        <p:spPr>
          <a:xfrm>
            <a:off x="0" y="1828800"/>
            <a:ext cx="6707699" cy="5029200"/>
          </a:xfrm>
          <a:custGeom>
            <a:avLst/>
            <a:gdLst>
              <a:gd name="connsiteX0" fmla="*/ 0 w 6707699"/>
              <a:gd name="connsiteY0" fmla="*/ 0 h 5029200"/>
              <a:gd name="connsiteX1" fmla="*/ 6129259 w 6707699"/>
              <a:gd name="connsiteY1" fmla="*/ 0 h 5029200"/>
              <a:gd name="connsiteX2" fmla="*/ 6707699 w 6707699"/>
              <a:gd name="connsiteY2" fmla="*/ 578440 h 5029200"/>
              <a:gd name="connsiteX3" fmla="*/ 6707699 w 6707699"/>
              <a:gd name="connsiteY3" fmla="*/ 5029200 h 5029200"/>
              <a:gd name="connsiteX4" fmla="*/ 0 w 6707699"/>
              <a:gd name="connsiteY4" fmla="*/ 5029200 h 50292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707699" h="5029200">
                <a:moveTo>
                  <a:pt x="0" y="0"/>
                </a:moveTo>
                <a:lnTo>
                  <a:pt x="6129259" y="0"/>
                </a:lnTo>
                <a:cubicBezTo>
                  <a:pt x="6448723" y="0"/>
                  <a:pt x="6707699" y="258976"/>
                  <a:pt x="6707699" y="578440"/>
                </a:cubicBezTo>
                <a:lnTo>
                  <a:pt x="6707699" y="5029200"/>
                </a:lnTo>
                <a:lnTo>
                  <a:pt x="0" y="5029200"/>
                </a:lnTo>
                <a:close/>
              </a:path>
            </a:pathLst>
          </a:custGeom>
          <a:blipFill>
            <a:blip r:embed="rId2" cstate="screen">
              <a:extLst>
                <a:ext uri="{28A0092B-C50C-407E-A947-70E740481C1C}">
                  <a14:useLocalDpi xmlns:a14="http://schemas.microsoft.com/office/drawing/2010/main"/>
                </a:ext>
              </a:extLst>
            </a:blip>
            <a:stretch>
              <a:fillRect/>
            </a:stretch>
          </a:blipFill>
        </p:spPr>
        <p:txBody>
          <a:bodyPr wrap="square">
            <a:noAutofit/>
          </a:bodyPr>
          <a:lstStyle>
            <a:lvl1pPr marL="0" indent="0">
              <a:buNone/>
              <a:defRPr/>
            </a:lvl1pPr>
          </a:lstStyle>
          <a:p>
            <a:endParaRPr lang="en-US" dirty="0"/>
          </a:p>
        </p:txBody>
      </p:sp>
      <p:sp>
        <p:nvSpPr>
          <p:cNvPr id="8" name="Content Placeholder 7">
            <a:extLst>
              <a:ext uri="{FF2B5EF4-FFF2-40B4-BE49-F238E27FC236}">
                <a16:creationId xmlns:a16="http://schemas.microsoft.com/office/drawing/2014/main" id="{C1897688-419F-6EB2-5CC1-DC14924E5FC3}"/>
              </a:ext>
            </a:extLst>
          </p:cNvPr>
          <p:cNvSpPr>
            <a:spLocks noGrp="1"/>
          </p:cNvSpPr>
          <p:nvPr>
            <p:ph sz="quarter" idx="14"/>
          </p:nvPr>
        </p:nvSpPr>
        <p:spPr>
          <a:xfrm>
            <a:off x="7389302" y="1828800"/>
            <a:ext cx="4196146" cy="45037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a:xfrm>
            <a:off x="7389302" y="6492240"/>
            <a:ext cx="1280160" cy="338328"/>
          </a:xfrm>
        </p:spPr>
        <p:txBody>
          <a:bodyPr/>
          <a:lstStyle/>
          <a:p>
            <a:fld id="{083588C5-4E32-4E6E-80AB-32A6125C957F}" type="datetime1">
              <a:rPr lang="en-US" smtClean="0"/>
              <a:t>11/17/2025</a:t>
            </a:fld>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a:xfrm>
            <a:off x="8669462" y="6492240"/>
            <a:ext cx="2888554" cy="338328"/>
          </a:xfrm>
        </p:spPr>
        <p:txBody>
          <a:bodyPr/>
          <a:lstStyle/>
          <a:p>
            <a:r>
              <a:rPr lang="en-US" dirty="0"/>
              <a:t>Sample Footer Text</a:t>
            </a:r>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p>
            <a:fld id="{CC057153-B650-4DEB-B370-79DDCFDCE934}" type="slidenum">
              <a:rPr lang="en-US" smtClean="0"/>
              <a:t>‹#›</a:t>
            </a:fld>
            <a:endParaRPr lang="en-US" dirty="0"/>
          </a:p>
        </p:txBody>
      </p:sp>
    </p:spTree>
    <p:extLst>
      <p:ext uri="{BB962C8B-B14F-4D97-AF65-F5344CB8AC3E}">
        <p14:creationId xmlns:p14="http://schemas.microsoft.com/office/powerpoint/2010/main" val="4224993666"/>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Title, Content Photo 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4820076" y="320040"/>
            <a:ext cx="6766560" cy="932688"/>
          </a:xfrm>
        </p:spPr>
        <p:txBody>
          <a:bodyPr anchor="b"/>
          <a:lstStyle/>
          <a:p>
            <a:r>
              <a:rPr lang="en-US"/>
              <a:t>Click to edit Master title style</a:t>
            </a:r>
          </a:p>
        </p:txBody>
      </p:sp>
      <p:sp>
        <p:nvSpPr>
          <p:cNvPr id="11" name="Picture Placeholder 3">
            <a:extLst>
              <a:ext uri="{FF2B5EF4-FFF2-40B4-BE49-F238E27FC236}">
                <a16:creationId xmlns:a16="http://schemas.microsoft.com/office/drawing/2014/main" id="{1B32E518-8213-A79A-7E36-BA4D782F8ED4}"/>
              </a:ext>
            </a:extLst>
          </p:cNvPr>
          <p:cNvSpPr>
            <a:spLocks noGrp="1"/>
          </p:cNvSpPr>
          <p:nvPr>
            <p:ph type="pic" sz="quarter" idx="15"/>
          </p:nvPr>
        </p:nvSpPr>
        <p:spPr>
          <a:xfrm>
            <a:off x="0" y="0"/>
            <a:ext cx="4147926" cy="6399152"/>
          </a:xfrm>
          <a:custGeom>
            <a:avLst/>
            <a:gdLst>
              <a:gd name="connsiteX0" fmla="*/ 0 w 4147926"/>
              <a:gd name="connsiteY0" fmla="*/ 0 h 6399152"/>
              <a:gd name="connsiteX1" fmla="*/ 4147926 w 4147926"/>
              <a:gd name="connsiteY1" fmla="*/ 0 h 6399152"/>
              <a:gd name="connsiteX2" fmla="*/ 4147926 w 4147926"/>
              <a:gd name="connsiteY2" fmla="*/ 5795922 h 6399152"/>
              <a:gd name="connsiteX3" fmla="*/ 3544696 w 4147926"/>
              <a:gd name="connsiteY3" fmla="*/ 6399152 h 6399152"/>
              <a:gd name="connsiteX4" fmla="*/ 0 w 4147926"/>
              <a:gd name="connsiteY4" fmla="*/ 6399152 h 639915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147926" h="6399152">
                <a:moveTo>
                  <a:pt x="0" y="0"/>
                </a:moveTo>
                <a:lnTo>
                  <a:pt x="4147926" y="0"/>
                </a:lnTo>
                <a:lnTo>
                  <a:pt x="4147926" y="5795922"/>
                </a:lnTo>
                <a:cubicBezTo>
                  <a:pt x="4147926" y="6129077"/>
                  <a:pt x="3877851" y="6399152"/>
                  <a:pt x="3544696" y="6399152"/>
                </a:cubicBezTo>
                <a:lnTo>
                  <a:pt x="0" y="6399152"/>
                </a:lnTo>
                <a:close/>
              </a:path>
            </a:pathLst>
          </a:custGeom>
          <a:blipFill>
            <a:blip r:embed="rId2" cstate="screen">
              <a:extLst>
                <a:ext uri="{28A0092B-C50C-407E-A947-70E740481C1C}">
                  <a14:useLocalDpi xmlns:a14="http://schemas.microsoft.com/office/drawing/2010/main"/>
                </a:ext>
              </a:extLst>
            </a:blip>
            <a:stretch>
              <a:fillRect/>
            </a:stretch>
          </a:blipFill>
        </p:spPr>
        <p:txBody>
          <a:bodyPr wrap="square">
            <a:noAutofit/>
          </a:bodyPr>
          <a:lstStyle>
            <a:lvl1pPr marL="0" indent="0">
              <a:buNone/>
              <a:defRPr/>
            </a:lvl1pPr>
          </a:lstStyle>
          <a:p>
            <a:endParaRPr lang="en-US" dirty="0"/>
          </a:p>
        </p:txBody>
      </p:sp>
      <p:sp>
        <p:nvSpPr>
          <p:cNvPr id="8" name="Content Placeholder 7">
            <a:extLst>
              <a:ext uri="{FF2B5EF4-FFF2-40B4-BE49-F238E27FC236}">
                <a16:creationId xmlns:a16="http://schemas.microsoft.com/office/drawing/2014/main" id="{818B74D6-CD72-B859-C229-60DB988B25E3}"/>
              </a:ext>
            </a:extLst>
          </p:cNvPr>
          <p:cNvSpPr>
            <a:spLocks noGrp="1"/>
          </p:cNvSpPr>
          <p:nvPr>
            <p:ph sz="quarter" idx="14"/>
          </p:nvPr>
        </p:nvSpPr>
        <p:spPr>
          <a:xfrm>
            <a:off x="4820076" y="1380744"/>
            <a:ext cx="6766560" cy="498348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lvl1pPr>
              <a:defRPr>
                <a:solidFill>
                  <a:schemeClr val="tx1"/>
                </a:solidFill>
                <a:effectLst/>
              </a:defRPr>
            </a:lvl1pPr>
          </a:lstStyle>
          <a:p>
            <a:fld id="{B337EAFE-6A88-4B1F-9ABC-CA3CFB830DD6}" type="datetime1">
              <a:rPr lang="en-US" smtClean="0"/>
              <a:t>11/17/2025</a:t>
            </a:fld>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p>
            <a:r>
              <a:rPr lang="en-US" dirty="0"/>
              <a:t>Sample Footer Text</a:t>
            </a:r>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p>
            <a:fld id="{CC057153-B650-4DEB-B370-79DDCFDCE934}" type="slidenum">
              <a:rPr lang="en-US" smtClean="0"/>
              <a:t>‹#›</a:t>
            </a:fld>
            <a:endParaRPr lang="en-US" dirty="0"/>
          </a:p>
        </p:txBody>
      </p:sp>
    </p:spTree>
    <p:extLst>
      <p:ext uri="{BB962C8B-B14F-4D97-AF65-F5344CB8AC3E}">
        <p14:creationId xmlns:p14="http://schemas.microsoft.com/office/powerpoint/2010/main" val="1765606397"/>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Title, Content Photo 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429768" y="320040"/>
            <a:ext cx="6858000" cy="932688"/>
          </a:xfrm>
        </p:spPr>
        <p:txBody>
          <a:bodyPr anchor="b"/>
          <a:lstStyle/>
          <a:p>
            <a:r>
              <a:rPr lang="en-US"/>
              <a:t>Click to edit Master title style</a:t>
            </a:r>
          </a:p>
        </p:txBody>
      </p:sp>
      <p:sp>
        <p:nvSpPr>
          <p:cNvPr id="8" name="Content Placeholder 7">
            <a:extLst>
              <a:ext uri="{FF2B5EF4-FFF2-40B4-BE49-F238E27FC236}">
                <a16:creationId xmlns:a16="http://schemas.microsoft.com/office/drawing/2014/main" id="{07755DB3-9272-8E5E-039F-AC14A2C07898}"/>
              </a:ext>
            </a:extLst>
          </p:cNvPr>
          <p:cNvSpPr>
            <a:spLocks noGrp="1"/>
          </p:cNvSpPr>
          <p:nvPr>
            <p:ph sz="quarter" idx="14"/>
          </p:nvPr>
        </p:nvSpPr>
        <p:spPr>
          <a:xfrm>
            <a:off x="429768" y="1380744"/>
            <a:ext cx="6858000" cy="498348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Picture Placeholder 3">
            <a:extLst>
              <a:ext uri="{FF2B5EF4-FFF2-40B4-BE49-F238E27FC236}">
                <a16:creationId xmlns:a16="http://schemas.microsoft.com/office/drawing/2014/main" id="{22444857-0BC3-ACAE-DBB1-5D530AA35ED8}"/>
              </a:ext>
            </a:extLst>
          </p:cNvPr>
          <p:cNvSpPr>
            <a:spLocks noGrp="1"/>
          </p:cNvSpPr>
          <p:nvPr>
            <p:ph type="pic" sz="quarter" idx="15"/>
          </p:nvPr>
        </p:nvSpPr>
        <p:spPr>
          <a:xfrm>
            <a:off x="8046768" y="0"/>
            <a:ext cx="4145232" cy="6399152"/>
          </a:xfrm>
          <a:custGeom>
            <a:avLst/>
            <a:gdLst>
              <a:gd name="connsiteX0" fmla="*/ 0 w 4145232"/>
              <a:gd name="connsiteY0" fmla="*/ 0 h 6399152"/>
              <a:gd name="connsiteX1" fmla="*/ 4145232 w 4145232"/>
              <a:gd name="connsiteY1" fmla="*/ 0 h 6399152"/>
              <a:gd name="connsiteX2" fmla="*/ 4145232 w 4145232"/>
              <a:gd name="connsiteY2" fmla="*/ 6399152 h 6399152"/>
              <a:gd name="connsiteX3" fmla="*/ 603230 w 4145232"/>
              <a:gd name="connsiteY3" fmla="*/ 6399152 h 6399152"/>
              <a:gd name="connsiteX4" fmla="*/ 0 w 4145232"/>
              <a:gd name="connsiteY4" fmla="*/ 5795922 h 639915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145232" h="6399152">
                <a:moveTo>
                  <a:pt x="0" y="0"/>
                </a:moveTo>
                <a:lnTo>
                  <a:pt x="4145232" y="0"/>
                </a:lnTo>
                <a:lnTo>
                  <a:pt x="4145232" y="6399152"/>
                </a:lnTo>
                <a:lnTo>
                  <a:pt x="603230" y="6399152"/>
                </a:lnTo>
                <a:cubicBezTo>
                  <a:pt x="270075" y="6399152"/>
                  <a:pt x="0" y="6129077"/>
                  <a:pt x="0" y="5795922"/>
                </a:cubicBezTo>
                <a:close/>
              </a:path>
            </a:pathLst>
          </a:custGeom>
          <a:blipFill>
            <a:blip r:embed="rId2" cstate="screen">
              <a:extLst>
                <a:ext uri="{28A0092B-C50C-407E-A947-70E740481C1C}">
                  <a14:useLocalDpi xmlns:a14="http://schemas.microsoft.com/office/drawing/2010/main"/>
                </a:ext>
              </a:extLst>
            </a:blip>
            <a:stretch>
              <a:fillRect/>
            </a:stretch>
          </a:blipFill>
        </p:spPr>
        <p:txBody>
          <a:bodyPr wrap="square">
            <a:noAutofit/>
          </a:bodyPr>
          <a:lstStyle>
            <a:lvl1pPr marL="0" indent="0">
              <a:buNone/>
              <a:defRPr/>
            </a:lvl1pPr>
          </a:lstStyle>
          <a:p>
            <a:endParaRPr lang="en-US" dirty="0"/>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p>
            <a:fld id="{9EF70683-5F2F-44F3-8B59-45258C4FD45A}" type="datetime1">
              <a:rPr lang="en-US" smtClean="0"/>
              <a:t>11/17/2025</a:t>
            </a:fld>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lvl1pPr>
              <a:defRPr>
                <a:solidFill>
                  <a:schemeClr val="tx1"/>
                </a:solidFill>
                <a:effectLst/>
              </a:defRPr>
            </a:lvl1pPr>
          </a:lstStyle>
          <a:p>
            <a:r>
              <a:rPr lang="en-US" dirty="0"/>
              <a:t>Sample Footer Text</a:t>
            </a:r>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lvl1pPr>
              <a:defRPr>
                <a:solidFill>
                  <a:schemeClr val="tx1"/>
                </a:solidFill>
                <a:effectLst/>
              </a:defRPr>
            </a:lvl1pPr>
          </a:lstStyle>
          <a:p>
            <a:fld id="{CC057153-B650-4DEB-B370-79DDCFDCE934}" type="slidenum">
              <a:rPr lang="en-US" smtClean="0"/>
              <a:pPr/>
              <a:t>‹#›</a:t>
            </a:fld>
            <a:endParaRPr lang="en-US" dirty="0"/>
          </a:p>
        </p:txBody>
      </p:sp>
    </p:spTree>
    <p:extLst>
      <p:ext uri="{BB962C8B-B14F-4D97-AF65-F5344CB8AC3E}">
        <p14:creationId xmlns:p14="http://schemas.microsoft.com/office/powerpoint/2010/main" val="3596552349"/>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Title, Content Photo 16">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429768" y="548639"/>
            <a:ext cx="4855464" cy="1453896"/>
          </a:xfrm>
        </p:spPr>
        <p:txBody>
          <a:bodyPr anchor="t"/>
          <a:lstStyle/>
          <a:p>
            <a:r>
              <a:rPr lang="en-US"/>
              <a:t>Click to edit Master title style</a:t>
            </a:r>
          </a:p>
        </p:txBody>
      </p:sp>
      <p:sp>
        <p:nvSpPr>
          <p:cNvPr id="11" name="Picture Placeholder 8">
            <a:extLst>
              <a:ext uri="{FF2B5EF4-FFF2-40B4-BE49-F238E27FC236}">
                <a16:creationId xmlns:a16="http://schemas.microsoft.com/office/drawing/2014/main" id="{C202BC3A-8633-9F03-1586-99447DA1CFF3}"/>
              </a:ext>
            </a:extLst>
          </p:cNvPr>
          <p:cNvSpPr>
            <a:spLocks noGrp="1"/>
          </p:cNvSpPr>
          <p:nvPr>
            <p:ph type="pic" sz="quarter" idx="15"/>
          </p:nvPr>
        </p:nvSpPr>
        <p:spPr>
          <a:xfrm>
            <a:off x="0" y="2293496"/>
            <a:ext cx="5285232" cy="4564504"/>
          </a:xfrm>
          <a:custGeom>
            <a:avLst/>
            <a:gdLst>
              <a:gd name="connsiteX0" fmla="*/ 0 w 5285232"/>
              <a:gd name="connsiteY0" fmla="*/ 0 h 4564504"/>
              <a:gd name="connsiteX1" fmla="*/ 4706792 w 5285232"/>
              <a:gd name="connsiteY1" fmla="*/ 0 h 4564504"/>
              <a:gd name="connsiteX2" fmla="*/ 5285232 w 5285232"/>
              <a:gd name="connsiteY2" fmla="*/ 578440 h 4564504"/>
              <a:gd name="connsiteX3" fmla="*/ 5285232 w 5285232"/>
              <a:gd name="connsiteY3" fmla="*/ 4564504 h 4564504"/>
              <a:gd name="connsiteX4" fmla="*/ 0 w 5285232"/>
              <a:gd name="connsiteY4" fmla="*/ 4564504 h 456450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285232" h="4564504">
                <a:moveTo>
                  <a:pt x="0" y="0"/>
                </a:moveTo>
                <a:lnTo>
                  <a:pt x="4706792" y="0"/>
                </a:lnTo>
                <a:cubicBezTo>
                  <a:pt x="5026256" y="0"/>
                  <a:pt x="5285232" y="258976"/>
                  <a:pt x="5285232" y="578440"/>
                </a:cubicBezTo>
                <a:lnTo>
                  <a:pt x="5285232" y="4564504"/>
                </a:lnTo>
                <a:lnTo>
                  <a:pt x="0" y="4564504"/>
                </a:lnTo>
                <a:close/>
              </a:path>
            </a:pathLst>
          </a:custGeom>
          <a:blipFill>
            <a:blip r:embed="rId2" cstate="screen">
              <a:extLst>
                <a:ext uri="{28A0092B-C50C-407E-A947-70E740481C1C}">
                  <a14:useLocalDpi xmlns:a14="http://schemas.microsoft.com/office/drawing/2010/main"/>
                </a:ext>
              </a:extLst>
            </a:blip>
            <a:stretch>
              <a:fillRect/>
            </a:stretch>
          </a:blipFill>
        </p:spPr>
        <p:txBody>
          <a:bodyPr wrap="square">
            <a:noAutofit/>
          </a:bodyPr>
          <a:lstStyle>
            <a:lvl1pPr marL="0" indent="0">
              <a:buNone/>
              <a:defRPr/>
            </a:lvl1pPr>
          </a:lstStyle>
          <a:p>
            <a:endParaRPr lang="en-US" dirty="0"/>
          </a:p>
        </p:txBody>
      </p:sp>
      <p:sp>
        <p:nvSpPr>
          <p:cNvPr id="8" name="Content Placeholder 7">
            <a:extLst>
              <a:ext uri="{FF2B5EF4-FFF2-40B4-BE49-F238E27FC236}">
                <a16:creationId xmlns:a16="http://schemas.microsoft.com/office/drawing/2014/main" id="{8BAC3300-BF12-B200-9F06-8D5AC45CB7EF}"/>
              </a:ext>
            </a:extLst>
          </p:cNvPr>
          <p:cNvSpPr>
            <a:spLocks noGrp="1"/>
          </p:cNvSpPr>
          <p:nvPr>
            <p:ph sz="quarter" idx="14"/>
          </p:nvPr>
        </p:nvSpPr>
        <p:spPr>
          <a:xfrm>
            <a:off x="6096000" y="549275"/>
            <a:ext cx="5585925" cy="578326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a:xfrm>
            <a:off x="6096000" y="6492240"/>
            <a:ext cx="2651760" cy="338328"/>
          </a:xfrm>
        </p:spPr>
        <p:txBody>
          <a:bodyPr/>
          <a:lstStyle/>
          <a:p>
            <a:fld id="{813EDC87-0EBE-4D2E-8804-E5F0EDA0B797}" type="datetime1">
              <a:rPr lang="en-US" smtClean="0"/>
              <a:t>11/17/2025</a:t>
            </a:fld>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p>
            <a:r>
              <a:rPr lang="en-US" dirty="0"/>
              <a:t>Sample Footer Text</a:t>
            </a:r>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p>
            <a:fld id="{CC057153-B650-4DEB-B370-79DDCFDCE934}" type="slidenum">
              <a:rPr lang="en-US" smtClean="0"/>
              <a:t>‹#›</a:t>
            </a:fld>
            <a:endParaRPr lang="en-US" dirty="0"/>
          </a:p>
        </p:txBody>
      </p:sp>
    </p:spTree>
    <p:extLst>
      <p:ext uri="{BB962C8B-B14F-4D97-AF65-F5344CB8AC3E}">
        <p14:creationId xmlns:p14="http://schemas.microsoft.com/office/powerpoint/2010/main" val="1300051801"/>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Title, Content Photo 17">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429768" y="550218"/>
            <a:ext cx="3827439" cy="1453896"/>
          </a:xfrm>
        </p:spPr>
        <p:txBody>
          <a:bodyPr anchor="t">
            <a:normAutofit/>
          </a:bodyPr>
          <a:lstStyle>
            <a:lvl1pPr>
              <a:defRPr sz="3200"/>
            </a:lvl1pPr>
          </a:lstStyle>
          <a:p>
            <a:r>
              <a:rPr lang="en-US"/>
              <a:t>Click to edit Master title style</a:t>
            </a:r>
          </a:p>
        </p:txBody>
      </p:sp>
      <p:sp>
        <p:nvSpPr>
          <p:cNvPr id="10" name="Picture Placeholder 8">
            <a:extLst>
              <a:ext uri="{FF2B5EF4-FFF2-40B4-BE49-F238E27FC236}">
                <a16:creationId xmlns:a16="http://schemas.microsoft.com/office/drawing/2014/main" id="{E211327B-3880-6494-1C8F-EEE1BF913B81}"/>
              </a:ext>
            </a:extLst>
          </p:cNvPr>
          <p:cNvSpPr>
            <a:spLocks noGrp="1"/>
          </p:cNvSpPr>
          <p:nvPr>
            <p:ph type="pic" sz="quarter" idx="15"/>
          </p:nvPr>
        </p:nvSpPr>
        <p:spPr>
          <a:xfrm>
            <a:off x="0" y="2293494"/>
            <a:ext cx="4176819" cy="4564506"/>
          </a:xfrm>
          <a:custGeom>
            <a:avLst/>
            <a:gdLst>
              <a:gd name="connsiteX0" fmla="*/ 0 w 4176819"/>
              <a:gd name="connsiteY0" fmla="*/ 0 h 4564506"/>
              <a:gd name="connsiteX1" fmla="*/ 3598379 w 4176819"/>
              <a:gd name="connsiteY1" fmla="*/ 0 h 4564506"/>
              <a:gd name="connsiteX2" fmla="*/ 4176819 w 4176819"/>
              <a:gd name="connsiteY2" fmla="*/ 578440 h 4564506"/>
              <a:gd name="connsiteX3" fmla="*/ 4176819 w 4176819"/>
              <a:gd name="connsiteY3" fmla="*/ 4564506 h 4564506"/>
              <a:gd name="connsiteX4" fmla="*/ 0 w 4176819"/>
              <a:gd name="connsiteY4" fmla="*/ 4564506 h 456450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176819" h="4564506">
                <a:moveTo>
                  <a:pt x="0" y="0"/>
                </a:moveTo>
                <a:lnTo>
                  <a:pt x="3598379" y="0"/>
                </a:lnTo>
                <a:cubicBezTo>
                  <a:pt x="3917843" y="0"/>
                  <a:pt x="4176819" y="258976"/>
                  <a:pt x="4176819" y="578440"/>
                </a:cubicBezTo>
                <a:lnTo>
                  <a:pt x="4176819" y="4564506"/>
                </a:lnTo>
                <a:lnTo>
                  <a:pt x="0" y="4564506"/>
                </a:lnTo>
                <a:close/>
              </a:path>
            </a:pathLst>
          </a:custGeom>
          <a:blipFill>
            <a:blip r:embed="rId2" cstate="screen">
              <a:extLst>
                <a:ext uri="{28A0092B-C50C-407E-A947-70E740481C1C}">
                  <a14:useLocalDpi xmlns:a14="http://schemas.microsoft.com/office/drawing/2010/main"/>
                </a:ext>
              </a:extLst>
            </a:blip>
            <a:stretch>
              <a:fillRect/>
            </a:stretch>
          </a:blipFill>
        </p:spPr>
        <p:txBody>
          <a:bodyPr wrap="square">
            <a:noAutofit/>
          </a:bodyPr>
          <a:lstStyle>
            <a:lvl1pPr marL="0" indent="0">
              <a:buNone/>
              <a:defRPr/>
            </a:lvl1pPr>
          </a:lstStyle>
          <a:p>
            <a:endParaRPr lang="en-US" dirty="0"/>
          </a:p>
        </p:txBody>
      </p:sp>
      <p:sp>
        <p:nvSpPr>
          <p:cNvPr id="8" name="Content Placeholder 7">
            <a:extLst>
              <a:ext uri="{FF2B5EF4-FFF2-40B4-BE49-F238E27FC236}">
                <a16:creationId xmlns:a16="http://schemas.microsoft.com/office/drawing/2014/main" id="{83F7B03F-5EDA-605B-1A2E-F48896E48939}"/>
              </a:ext>
            </a:extLst>
          </p:cNvPr>
          <p:cNvSpPr>
            <a:spLocks noGrp="1"/>
          </p:cNvSpPr>
          <p:nvPr>
            <p:ph sz="quarter" idx="14"/>
          </p:nvPr>
        </p:nvSpPr>
        <p:spPr>
          <a:xfrm>
            <a:off x="5120787" y="549275"/>
            <a:ext cx="6561138" cy="578815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a:xfrm>
            <a:off x="5115073" y="6492240"/>
            <a:ext cx="2843784" cy="338328"/>
          </a:xfrm>
        </p:spPr>
        <p:txBody>
          <a:bodyPr/>
          <a:lstStyle/>
          <a:p>
            <a:fld id="{51CF56A9-FD41-47F4-80A0-DA74EEEC2541}" type="datetime1">
              <a:rPr lang="en-US" smtClean="0"/>
              <a:t>11/17/2025</a:t>
            </a:fld>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p>
            <a:r>
              <a:rPr lang="en-US" dirty="0"/>
              <a:t>Sample Footer Text</a:t>
            </a:r>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p>
            <a:fld id="{CC057153-B650-4DEB-B370-79DDCFDCE934}" type="slidenum">
              <a:rPr lang="en-US" smtClean="0"/>
              <a:t>‹#›</a:t>
            </a:fld>
            <a:endParaRPr lang="en-US" dirty="0"/>
          </a:p>
        </p:txBody>
      </p:sp>
    </p:spTree>
    <p:extLst>
      <p:ext uri="{BB962C8B-B14F-4D97-AF65-F5344CB8AC3E}">
        <p14:creationId xmlns:p14="http://schemas.microsoft.com/office/powerpoint/2010/main" val="1598808443"/>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Big Number">
    <p:bg>
      <p:bgRef idx="1001">
        <a:schemeClr val="bg2"/>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5B8561-D435-07DE-2456-79994CDFB83C}"/>
              </a:ext>
            </a:extLst>
          </p:cNvPr>
          <p:cNvSpPr>
            <a:spLocks noGrp="1"/>
          </p:cNvSpPr>
          <p:nvPr>
            <p:ph type="title" hasCustomPrompt="1"/>
          </p:nvPr>
        </p:nvSpPr>
        <p:spPr>
          <a:xfrm>
            <a:off x="493776" y="603504"/>
            <a:ext cx="11201400" cy="4206240"/>
          </a:xfrm>
        </p:spPr>
        <p:txBody>
          <a:bodyPr>
            <a:normAutofit/>
          </a:bodyPr>
          <a:lstStyle>
            <a:lvl1pPr algn="ctr">
              <a:defRPr sz="27800"/>
            </a:lvl1pPr>
          </a:lstStyle>
          <a:p>
            <a:r>
              <a:rPr lang="en-US"/>
              <a:t>##%</a:t>
            </a:r>
          </a:p>
        </p:txBody>
      </p:sp>
      <p:sp>
        <p:nvSpPr>
          <p:cNvPr id="3" name="Date Placeholder 2">
            <a:extLst>
              <a:ext uri="{FF2B5EF4-FFF2-40B4-BE49-F238E27FC236}">
                <a16:creationId xmlns:a16="http://schemas.microsoft.com/office/drawing/2014/main" id="{615DF3EE-4BB8-4215-E053-BF3ED1BB9F97}"/>
              </a:ext>
            </a:extLst>
          </p:cNvPr>
          <p:cNvSpPr>
            <a:spLocks noGrp="1"/>
          </p:cNvSpPr>
          <p:nvPr>
            <p:ph type="dt" sz="half" idx="10"/>
          </p:nvPr>
        </p:nvSpPr>
        <p:spPr/>
        <p:txBody>
          <a:bodyPr/>
          <a:lstStyle/>
          <a:p>
            <a:fld id="{A4CBD270-9BF1-4C68-A7FA-BA016D8BB959}" type="datetime1">
              <a:rPr lang="en-US" smtClean="0"/>
              <a:t>11/17/2025</a:t>
            </a:fld>
            <a:endParaRPr lang="en-US" dirty="0"/>
          </a:p>
        </p:txBody>
      </p:sp>
      <p:sp>
        <p:nvSpPr>
          <p:cNvPr id="4" name="Footer Placeholder 3">
            <a:extLst>
              <a:ext uri="{FF2B5EF4-FFF2-40B4-BE49-F238E27FC236}">
                <a16:creationId xmlns:a16="http://schemas.microsoft.com/office/drawing/2014/main" id="{943AE6E7-0083-439C-3FBC-ADE4BE86C1A4}"/>
              </a:ext>
            </a:extLst>
          </p:cNvPr>
          <p:cNvSpPr>
            <a:spLocks noGrp="1"/>
          </p:cNvSpPr>
          <p:nvPr>
            <p:ph type="ftr" sz="quarter" idx="11"/>
          </p:nvPr>
        </p:nvSpPr>
        <p:spPr/>
        <p:txBody>
          <a:bodyPr/>
          <a:lstStyle/>
          <a:p>
            <a:r>
              <a:rPr lang="en-US" dirty="0"/>
              <a:t>Sample Footer Text</a:t>
            </a:r>
          </a:p>
        </p:txBody>
      </p:sp>
      <p:sp>
        <p:nvSpPr>
          <p:cNvPr id="5" name="Slide Number Placeholder 4">
            <a:extLst>
              <a:ext uri="{FF2B5EF4-FFF2-40B4-BE49-F238E27FC236}">
                <a16:creationId xmlns:a16="http://schemas.microsoft.com/office/drawing/2014/main" id="{2AF27A3B-009A-1790-7D93-9A1F6351D8BE}"/>
              </a:ext>
            </a:extLst>
          </p:cNvPr>
          <p:cNvSpPr>
            <a:spLocks noGrp="1"/>
          </p:cNvSpPr>
          <p:nvPr>
            <p:ph type="sldNum" sz="quarter" idx="12"/>
          </p:nvPr>
        </p:nvSpPr>
        <p:spPr/>
        <p:txBody>
          <a:bodyPr/>
          <a:lstStyle/>
          <a:p>
            <a:fld id="{CC057153-B650-4DEB-B370-79DDCFDCE934}" type="slidenum">
              <a:rPr lang="en-US" smtClean="0"/>
              <a:pPr/>
              <a:t>‹#›</a:t>
            </a:fld>
            <a:endParaRPr lang="en-US" dirty="0"/>
          </a:p>
        </p:txBody>
      </p:sp>
      <p:sp>
        <p:nvSpPr>
          <p:cNvPr id="7" name="Content Placeholder 6">
            <a:extLst>
              <a:ext uri="{FF2B5EF4-FFF2-40B4-BE49-F238E27FC236}">
                <a16:creationId xmlns:a16="http://schemas.microsoft.com/office/drawing/2014/main" id="{A42AC33E-6837-F850-DF64-4475DAA059EE}"/>
              </a:ext>
            </a:extLst>
          </p:cNvPr>
          <p:cNvSpPr>
            <a:spLocks noGrp="1"/>
          </p:cNvSpPr>
          <p:nvPr>
            <p:ph sz="quarter" idx="13"/>
          </p:nvPr>
        </p:nvSpPr>
        <p:spPr>
          <a:xfrm>
            <a:off x="1389888" y="4809744"/>
            <a:ext cx="9345168" cy="1225296"/>
          </a:xfrm>
        </p:spPr>
        <p:txBody>
          <a:bodyPr>
            <a:normAutofit/>
          </a:bodyPr>
          <a:lstStyle>
            <a:lvl1pPr marL="0" indent="0" algn="ctr">
              <a:buNone/>
              <a:defRPr sz="2800" cap="all" baseline="0"/>
            </a:lvl1pPr>
            <a:lvl2pPr marL="228600" indent="0" algn="ctr">
              <a:buNone/>
              <a:defRPr sz="2400" cap="all" baseline="0"/>
            </a:lvl2pPr>
            <a:lvl3pPr marL="457200" indent="0" algn="ctr">
              <a:buNone/>
              <a:defRPr sz="2000" cap="all" baseline="0"/>
            </a:lvl3pPr>
            <a:lvl4pPr marL="685800" indent="0" algn="ctr">
              <a:buNone/>
              <a:defRPr sz="1800" cap="all" baseline="0"/>
            </a:lvl4pPr>
            <a:lvl5pPr marL="914400" indent="0" algn="ctr">
              <a:buNone/>
              <a:defRPr sz="1600" cap="all" baseline="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1437585578"/>
      </p:ext>
    </p:extLst>
  </p:cSld>
  <p:clrMapOvr>
    <a:overrideClrMapping bg1="lt1" tx1="dk1" bg2="lt2" tx2="dk2" accent1="accent1" accent2="accent2" accent3="accent3" accent4="accent4" accent5="accent5" accent6="accent6" hlink="hlink" folHlink="folHlink"/>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Big Number 2">
    <p:bg>
      <p:bgRef idx="1001">
        <a:schemeClr val="bg2"/>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5B8561-D435-07DE-2456-79994CDFB83C}"/>
              </a:ext>
            </a:extLst>
          </p:cNvPr>
          <p:cNvSpPr>
            <a:spLocks noGrp="1"/>
          </p:cNvSpPr>
          <p:nvPr>
            <p:ph type="title" hasCustomPrompt="1"/>
          </p:nvPr>
        </p:nvSpPr>
        <p:spPr>
          <a:xfrm>
            <a:off x="539496" y="420624"/>
            <a:ext cx="11100816" cy="4334256"/>
          </a:xfrm>
        </p:spPr>
        <p:txBody>
          <a:bodyPr>
            <a:normAutofit/>
          </a:bodyPr>
          <a:lstStyle>
            <a:lvl1pPr algn="l">
              <a:defRPr sz="27800">
                <a:solidFill>
                  <a:schemeClr val="tx1"/>
                </a:solidFill>
              </a:defRPr>
            </a:lvl1pPr>
          </a:lstStyle>
          <a:p>
            <a:r>
              <a:rPr lang="en-US"/>
              <a:t>##%</a:t>
            </a:r>
          </a:p>
        </p:txBody>
      </p:sp>
      <p:sp>
        <p:nvSpPr>
          <p:cNvPr id="3" name="Date Placeholder 2">
            <a:extLst>
              <a:ext uri="{FF2B5EF4-FFF2-40B4-BE49-F238E27FC236}">
                <a16:creationId xmlns:a16="http://schemas.microsoft.com/office/drawing/2014/main" id="{615DF3EE-4BB8-4215-E053-BF3ED1BB9F97}"/>
              </a:ext>
            </a:extLst>
          </p:cNvPr>
          <p:cNvSpPr>
            <a:spLocks noGrp="1"/>
          </p:cNvSpPr>
          <p:nvPr>
            <p:ph type="dt" sz="half" idx="10"/>
          </p:nvPr>
        </p:nvSpPr>
        <p:spPr/>
        <p:txBody>
          <a:bodyPr/>
          <a:lstStyle>
            <a:lvl1pPr>
              <a:defRPr>
                <a:solidFill>
                  <a:schemeClr val="tx1"/>
                </a:solidFill>
              </a:defRPr>
            </a:lvl1pPr>
          </a:lstStyle>
          <a:p>
            <a:fld id="{E023AFB7-90A6-428C-A019-BBE6272496B8}" type="datetime1">
              <a:rPr lang="en-US" smtClean="0"/>
              <a:t>11/17/2025</a:t>
            </a:fld>
            <a:endParaRPr lang="en-US" dirty="0"/>
          </a:p>
        </p:txBody>
      </p:sp>
      <p:sp>
        <p:nvSpPr>
          <p:cNvPr id="4" name="Footer Placeholder 3">
            <a:extLst>
              <a:ext uri="{FF2B5EF4-FFF2-40B4-BE49-F238E27FC236}">
                <a16:creationId xmlns:a16="http://schemas.microsoft.com/office/drawing/2014/main" id="{943AE6E7-0083-439C-3FBC-ADE4BE86C1A4}"/>
              </a:ext>
            </a:extLst>
          </p:cNvPr>
          <p:cNvSpPr>
            <a:spLocks noGrp="1"/>
          </p:cNvSpPr>
          <p:nvPr>
            <p:ph type="ftr" sz="quarter" idx="11"/>
          </p:nvPr>
        </p:nvSpPr>
        <p:spPr/>
        <p:txBody>
          <a:bodyPr/>
          <a:lstStyle>
            <a:lvl1pPr>
              <a:defRPr>
                <a:solidFill>
                  <a:schemeClr val="tx1"/>
                </a:solidFill>
              </a:defRPr>
            </a:lvl1pPr>
          </a:lstStyle>
          <a:p>
            <a:r>
              <a:rPr lang="en-US" dirty="0"/>
              <a:t>Sample Footer Text</a:t>
            </a:r>
          </a:p>
        </p:txBody>
      </p:sp>
      <p:sp>
        <p:nvSpPr>
          <p:cNvPr id="5" name="Slide Number Placeholder 4">
            <a:extLst>
              <a:ext uri="{FF2B5EF4-FFF2-40B4-BE49-F238E27FC236}">
                <a16:creationId xmlns:a16="http://schemas.microsoft.com/office/drawing/2014/main" id="{2AF27A3B-009A-1790-7D93-9A1F6351D8BE}"/>
              </a:ext>
            </a:extLst>
          </p:cNvPr>
          <p:cNvSpPr>
            <a:spLocks noGrp="1"/>
          </p:cNvSpPr>
          <p:nvPr>
            <p:ph type="sldNum" sz="quarter" idx="12"/>
          </p:nvPr>
        </p:nvSpPr>
        <p:spPr/>
        <p:txBody>
          <a:bodyPr/>
          <a:lstStyle>
            <a:lvl1pPr>
              <a:defRPr>
                <a:solidFill>
                  <a:schemeClr val="tx1"/>
                </a:solidFill>
              </a:defRPr>
            </a:lvl1pPr>
          </a:lstStyle>
          <a:p>
            <a:fld id="{CC057153-B650-4DEB-B370-79DDCFDCE934}" type="slidenum">
              <a:rPr lang="en-US" smtClean="0"/>
              <a:pPr/>
              <a:t>‹#›</a:t>
            </a:fld>
            <a:endParaRPr lang="en-US" dirty="0"/>
          </a:p>
        </p:txBody>
      </p:sp>
      <p:sp>
        <p:nvSpPr>
          <p:cNvPr id="7" name="Content Placeholder 6">
            <a:extLst>
              <a:ext uri="{FF2B5EF4-FFF2-40B4-BE49-F238E27FC236}">
                <a16:creationId xmlns:a16="http://schemas.microsoft.com/office/drawing/2014/main" id="{A42AC33E-6837-F850-DF64-4475DAA059EE}"/>
              </a:ext>
            </a:extLst>
          </p:cNvPr>
          <p:cNvSpPr>
            <a:spLocks noGrp="1"/>
          </p:cNvSpPr>
          <p:nvPr>
            <p:ph sz="quarter" idx="13" hasCustomPrompt="1"/>
          </p:nvPr>
        </p:nvSpPr>
        <p:spPr>
          <a:xfrm>
            <a:off x="621792" y="4873752"/>
            <a:ext cx="8439912" cy="1490472"/>
          </a:xfrm>
        </p:spPr>
        <p:txBody>
          <a:bodyPr>
            <a:normAutofit/>
          </a:bodyPr>
          <a:lstStyle>
            <a:lvl1pPr marL="0" indent="0" algn="l">
              <a:buNone/>
              <a:defRPr sz="2800" cap="all" baseline="0">
                <a:solidFill>
                  <a:schemeClr val="tx1"/>
                </a:solidFill>
              </a:defRPr>
            </a:lvl1pPr>
            <a:lvl2pPr marL="228600" indent="0" algn="l">
              <a:buNone/>
              <a:defRPr sz="2400" cap="all" baseline="0">
                <a:solidFill>
                  <a:schemeClr val="tx1"/>
                </a:solidFill>
              </a:defRPr>
            </a:lvl2pPr>
            <a:lvl3pPr marL="457200" indent="0" algn="l">
              <a:buNone/>
              <a:defRPr sz="2000" cap="all" baseline="0">
                <a:solidFill>
                  <a:schemeClr val="tx1"/>
                </a:solidFill>
              </a:defRPr>
            </a:lvl3pPr>
            <a:lvl4pPr marL="685800" indent="0" algn="l">
              <a:buNone/>
              <a:defRPr sz="1800" cap="all" baseline="0">
                <a:solidFill>
                  <a:schemeClr val="tx1"/>
                </a:solidFill>
              </a:defRPr>
            </a:lvl4pPr>
            <a:lvl5pPr marL="914400" indent="0" algn="l">
              <a:buNone/>
              <a:defRPr sz="1600" cap="all" baseline="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59190012"/>
      </p:ext>
    </p:extLst>
  </p:cSld>
  <p:clrMapOvr>
    <a:overrideClrMapping bg1="lt1" tx1="dk1" bg2="lt2" tx2="dk2" accent1="accent1" accent2="accent2" accent3="accent3" accent4="accent4" accent5="accent5" accent6="accent6" hlink="hlink" folHlink="folHlink"/>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Big Number 3">
    <p:bg>
      <p:bgRef idx="1001">
        <a:schemeClr val="bg1"/>
      </p:bgRef>
    </p:bg>
    <p:spTree>
      <p:nvGrpSpPr>
        <p:cNvPr id="1" name=""/>
        <p:cNvGrpSpPr/>
        <p:nvPr/>
      </p:nvGrpSpPr>
      <p:grpSpPr>
        <a:xfrm>
          <a:off x="0" y="0"/>
          <a:ext cx="0" cy="0"/>
          <a:chOff x="0" y="0"/>
          <a:chExt cx="0" cy="0"/>
        </a:xfrm>
      </p:grpSpPr>
      <p:sp>
        <p:nvSpPr>
          <p:cNvPr id="8" name="Freeform: Shape 7">
            <a:extLst>
              <a:ext uri="{FF2B5EF4-FFF2-40B4-BE49-F238E27FC236}">
                <a16:creationId xmlns:a16="http://schemas.microsoft.com/office/drawing/2014/main" id="{3193DB7D-955F-21DF-15DA-4285375617FC}"/>
              </a:ext>
            </a:extLst>
          </p:cNvPr>
          <p:cNvSpPr/>
          <p:nvPr userDrawn="1"/>
        </p:nvSpPr>
        <p:spPr>
          <a:xfrm>
            <a:off x="1" y="4783948"/>
            <a:ext cx="11762231" cy="2074052"/>
          </a:xfrm>
          <a:custGeom>
            <a:avLst/>
            <a:gdLst>
              <a:gd name="connsiteX0" fmla="*/ 0 w 11762231"/>
              <a:gd name="connsiteY0" fmla="*/ 0 h 2074052"/>
              <a:gd name="connsiteX1" fmla="*/ 112775 w 11762231"/>
              <a:gd name="connsiteY1" fmla="*/ 0 h 2074052"/>
              <a:gd name="connsiteX2" fmla="*/ 11102489 w 11762231"/>
              <a:gd name="connsiteY2" fmla="*/ 0 h 2074052"/>
              <a:gd name="connsiteX3" fmla="*/ 11437005 w 11762231"/>
              <a:gd name="connsiteY3" fmla="*/ 0 h 2074052"/>
              <a:gd name="connsiteX4" fmla="*/ 11762231 w 11762231"/>
              <a:gd name="connsiteY4" fmla="*/ 325226 h 2074052"/>
              <a:gd name="connsiteX5" fmla="*/ 11762231 w 11762231"/>
              <a:gd name="connsiteY5" fmla="*/ 2074052 h 2074052"/>
              <a:gd name="connsiteX6" fmla="*/ 11427715 w 11762231"/>
              <a:gd name="connsiteY6" fmla="*/ 2074052 h 2074052"/>
              <a:gd name="connsiteX7" fmla="*/ 112775 w 11762231"/>
              <a:gd name="connsiteY7" fmla="*/ 2074052 h 2074052"/>
              <a:gd name="connsiteX8" fmla="*/ 0 w 11762231"/>
              <a:gd name="connsiteY8" fmla="*/ 2074052 h 207405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1762231" h="2074052">
                <a:moveTo>
                  <a:pt x="0" y="0"/>
                </a:moveTo>
                <a:lnTo>
                  <a:pt x="112775" y="0"/>
                </a:lnTo>
                <a:lnTo>
                  <a:pt x="11102489" y="0"/>
                </a:lnTo>
                <a:lnTo>
                  <a:pt x="11437005" y="0"/>
                </a:lnTo>
                <a:cubicBezTo>
                  <a:pt x="11616622" y="0"/>
                  <a:pt x="11762231" y="145609"/>
                  <a:pt x="11762231" y="325226"/>
                </a:cubicBezTo>
                <a:lnTo>
                  <a:pt x="11762231" y="2074052"/>
                </a:lnTo>
                <a:lnTo>
                  <a:pt x="11427715" y="2074052"/>
                </a:lnTo>
                <a:lnTo>
                  <a:pt x="112775" y="2074052"/>
                </a:lnTo>
                <a:lnTo>
                  <a:pt x="0" y="2074052"/>
                </a:lnTo>
                <a:close/>
              </a:path>
            </a:pathLst>
          </a:custGeom>
          <a:solidFill>
            <a:schemeClr val="bg2"/>
          </a:solidFill>
          <a:ln w="2540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0EDE6"/>
              </a:solidFill>
              <a:effectLst/>
              <a:uLnTx/>
              <a:uFillTx/>
              <a:latin typeface="Neue Haas Grotesk Text Pro"/>
              <a:ea typeface="+mn-ea"/>
              <a:cs typeface="+mn-cs"/>
            </a:endParaRPr>
          </a:p>
        </p:txBody>
      </p:sp>
      <p:sp>
        <p:nvSpPr>
          <p:cNvPr id="2" name="Title 1">
            <a:extLst>
              <a:ext uri="{FF2B5EF4-FFF2-40B4-BE49-F238E27FC236}">
                <a16:creationId xmlns:a16="http://schemas.microsoft.com/office/drawing/2014/main" id="{0B5B8561-D435-07DE-2456-79994CDFB83C}"/>
              </a:ext>
            </a:extLst>
          </p:cNvPr>
          <p:cNvSpPr>
            <a:spLocks noGrp="1"/>
          </p:cNvSpPr>
          <p:nvPr>
            <p:ph type="title" hasCustomPrompt="1"/>
          </p:nvPr>
        </p:nvSpPr>
        <p:spPr>
          <a:xfrm>
            <a:off x="539496" y="420624"/>
            <a:ext cx="11100816" cy="4334256"/>
          </a:xfrm>
        </p:spPr>
        <p:txBody>
          <a:bodyPr>
            <a:normAutofit/>
          </a:bodyPr>
          <a:lstStyle>
            <a:lvl1pPr algn="l">
              <a:defRPr sz="27800">
                <a:solidFill>
                  <a:schemeClr val="tx1"/>
                </a:solidFill>
              </a:defRPr>
            </a:lvl1pPr>
          </a:lstStyle>
          <a:p>
            <a:r>
              <a:rPr lang="en-US"/>
              <a:t>##%</a:t>
            </a:r>
          </a:p>
        </p:txBody>
      </p:sp>
      <p:sp>
        <p:nvSpPr>
          <p:cNvPr id="3" name="Date Placeholder 2">
            <a:extLst>
              <a:ext uri="{FF2B5EF4-FFF2-40B4-BE49-F238E27FC236}">
                <a16:creationId xmlns:a16="http://schemas.microsoft.com/office/drawing/2014/main" id="{615DF3EE-4BB8-4215-E053-BF3ED1BB9F97}"/>
              </a:ext>
            </a:extLst>
          </p:cNvPr>
          <p:cNvSpPr>
            <a:spLocks noGrp="1"/>
          </p:cNvSpPr>
          <p:nvPr>
            <p:ph type="dt" sz="half" idx="10"/>
          </p:nvPr>
        </p:nvSpPr>
        <p:spPr/>
        <p:txBody>
          <a:bodyPr/>
          <a:lstStyle>
            <a:lvl1pPr>
              <a:defRPr>
                <a:solidFill>
                  <a:schemeClr val="tx1"/>
                </a:solidFill>
              </a:defRPr>
            </a:lvl1pPr>
          </a:lstStyle>
          <a:p>
            <a:fld id="{09E47A9E-7C3C-4663-841E-C89520FA85A3}" type="datetime1">
              <a:rPr lang="en-US" smtClean="0"/>
              <a:t>11/17/2025</a:t>
            </a:fld>
            <a:endParaRPr lang="en-US" dirty="0"/>
          </a:p>
        </p:txBody>
      </p:sp>
      <p:sp>
        <p:nvSpPr>
          <p:cNvPr id="4" name="Footer Placeholder 3">
            <a:extLst>
              <a:ext uri="{FF2B5EF4-FFF2-40B4-BE49-F238E27FC236}">
                <a16:creationId xmlns:a16="http://schemas.microsoft.com/office/drawing/2014/main" id="{943AE6E7-0083-439C-3FBC-ADE4BE86C1A4}"/>
              </a:ext>
            </a:extLst>
          </p:cNvPr>
          <p:cNvSpPr>
            <a:spLocks noGrp="1"/>
          </p:cNvSpPr>
          <p:nvPr>
            <p:ph type="ftr" sz="quarter" idx="11"/>
          </p:nvPr>
        </p:nvSpPr>
        <p:spPr>
          <a:xfrm>
            <a:off x="8430768" y="6492240"/>
            <a:ext cx="2660904" cy="338328"/>
          </a:xfrm>
        </p:spPr>
        <p:txBody>
          <a:bodyPr/>
          <a:lstStyle>
            <a:lvl1pPr>
              <a:defRPr>
                <a:solidFill>
                  <a:schemeClr val="tx1"/>
                </a:solidFill>
              </a:defRPr>
            </a:lvl1pPr>
          </a:lstStyle>
          <a:p>
            <a:r>
              <a:rPr lang="en-US" dirty="0"/>
              <a:t>Sample Footer Text</a:t>
            </a:r>
          </a:p>
        </p:txBody>
      </p:sp>
      <p:sp>
        <p:nvSpPr>
          <p:cNvPr id="5" name="Slide Number Placeholder 4">
            <a:extLst>
              <a:ext uri="{FF2B5EF4-FFF2-40B4-BE49-F238E27FC236}">
                <a16:creationId xmlns:a16="http://schemas.microsoft.com/office/drawing/2014/main" id="{2AF27A3B-009A-1790-7D93-9A1F6351D8BE}"/>
              </a:ext>
            </a:extLst>
          </p:cNvPr>
          <p:cNvSpPr>
            <a:spLocks noGrp="1"/>
          </p:cNvSpPr>
          <p:nvPr>
            <p:ph type="sldNum" sz="quarter" idx="12"/>
          </p:nvPr>
        </p:nvSpPr>
        <p:spPr>
          <a:xfrm>
            <a:off x="11183112" y="6492240"/>
            <a:ext cx="457200" cy="338328"/>
          </a:xfrm>
        </p:spPr>
        <p:txBody>
          <a:bodyPr/>
          <a:lstStyle>
            <a:lvl1pPr>
              <a:defRPr>
                <a:solidFill>
                  <a:schemeClr val="tx1"/>
                </a:solidFill>
              </a:defRPr>
            </a:lvl1pPr>
          </a:lstStyle>
          <a:p>
            <a:fld id="{CC057153-B650-4DEB-B370-79DDCFDCE934}" type="slidenum">
              <a:rPr lang="en-US" smtClean="0"/>
              <a:pPr/>
              <a:t>‹#›</a:t>
            </a:fld>
            <a:endParaRPr lang="en-US" dirty="0"/>
          </a:p>
        </p:txBody>
      </p:sp>
      <p:sp>
        <p:nvSpPr>
          <p:cNvPr id="7" name="Content Placeholder 6">
            <a:extLst>
              <a:ext uri="{FF2B5EF4-FFF2-40B4-BE49-F238E27FC236}">
                <a16:creationId xmlns:a16="http://schemas.microsoft.com/office/drawing/2014/main" id="{A42AC33E-6837-F850-DF64-4475DAA059EE}"/>
              </a:ext>
            </a:extLst>
          </p:cNvPr>
          <p:cNvSpPr>
            <a:spLocks noGrp="1"/>
          </p:cNvSpPr>
          <p:nvPr>
            <p:ph sz="quarter" idx="13" hasCustomPrompt="1"/>
          </p:nvPr>
        </p:nvSpPr>
        <p:spPr>
          <a:xfrm>
            <a:off x="621792" y="4873752"/>
            <a:ext cx="8439912" cy="1589420"/>
          </a:xfrm>
        </p:spPr>
        <p:txBody>
          <a:bodyPr anchor="ctr">
            <a:normAutofit/>
          </a:bodyPr>
          <a:lstStyle>
            <a:lvl1pPr marL="0" indent="0" algn="l">
              <a:buNone/>
              <a:defRPr sz="2800" cap="all" baseline="0">
                <a:solidFill>
                  <a:schemeClr val="tx1"/>
                </a:solidFill>
              </a:defRPr>
            </a:lvl1pPr>
            <a:lvl2pPr marL="228600" indent="0" algn="l">
              <a:buNone/>
              <a:defRPr sz="2400" cap="all" baseline="0">
                <a:solidFill>
                  <a:schemeClr val="tx1"/>
                </a:solidFill>
              </a:defRPr>
            </a:lvl2pPr>
            <a:lvl3pPr marL="457200" indent="0" algn="l">
              <a:buNone/>
              <a:defRPr sz="2000" cap="all" baseline="0">
                <a:solidFill>
                  <a:schemeClr val="tx1"/>
                </a:solidFill>
              </a:defRPr>
            </a:lvl3pPr>
            <a:lvl4pPr marL="685800" indent="0" algn="l">
              <a:buNone/>
              <a:defRPr sz="1800" cap="all" baseline="0">
                <a:solidFill>
                  <a:schemeClr val="tx1"/>
                </a:solidFill>
              </a:defRPr>
            </a:lvl4pPr>
            <a:lvl5pPr marL="914400" indent="0" algn="l">
              <a:buNone/>
              <a:defRPr sz="1600" cap="all" baseline="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792342777"/>
      </p:ext>
    </p:extLst>
  </p:cSld>
  <p:clrMapOvr>
    <a:overrideClrMapping bg1="lt1" tx1="dk1" bg2="lt2" tx2="dk2" accent1="accent1" accent2="accent2" accent3="accent3" accent4="accent4" accent5="accent5" accent6="accent6" hlink="hlink" folHlink="folHlink"/>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Statement 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221EB5-8556-FBD7-00D5-D69AC8E7E73A}"/>
              </a:ext>
            </a:extLst>
          </p:cNvPr>
          <p:cNvSpPr>
            <a:spLocks noGrp="1"/>
          </p:cNvSpPr>
          <p:nvPr>
            <p:ph type="title"/>
          </p:nvPr>
        </p:nvSpPr>
        <p:spPr>
          <a:xfrm>
            <a:off x="612648" y="-1133856"/>
            <a:ext cx="10652760" cy="1133856"/>
          </a:xfrm>
        </p:spPr>
        <p:txBody>
          <a:bodyPr/>
          <a:lstStyle/>
          <a:p>
            <a:r>
              <a:rPr lang="en-US"/>
              <a:t>Click to edit Master title style</a:t>
            </a:r>
          </a:p>
        </p:txBody>
      </p:sp>
      <p:sp>
        <p:nvSpPr>
          <p:cNvPr id="3" name="Date Placeholder 2">
            <a:extLst>
              <a:ext uri="{FF2B5EF4-FFF2-40B4-BE49-F238E27FC236}">
                <a16:creationId xmlns:a16="http://schemas.microsoft.com/office/drawing/2014/main" id="{67F688C7-1128-9027-65E4-A17BBE7DDDF0}"/>
              </a:ext>
            </a:extLst>
          </p:cNvPr>
          <p:cNvSpPr>
            <a:spLocks noGrp="1"/>
          </p:cNvSpPr>
          <p:nvPr>
            <p:ph type="dt" sz="half" idx="10"/>
          </p:nvPr>
        </p:nvSpPr>
        <p:spPr/>
        <p:txBody>
          <a:bodyPr/>
          <a:lstStyle/>
          <a:p>
            <a:fld id="{42FED8FD-3F8D-425F-9991-7FB6FCCEC5A2}" type="datetime1">
              <a:rPr lang="en-US" smtClean="0"/>
              <a:t>11/17/2025</a:t>
            </a:fld>
            <a:endParaRPr lang="en-US" dirty="0"/>
          </a:p>
        </p:txBody>
      </p:sp>
      <p:sp>
        <p:nvSpPr>
          <p:cNvPr id="4" name="Footer Placeholder 3">
            <a:extLst>
              <a:ext uri="{FF2B5EF4-FFF2-40B4-BE49-F238E27FC236}">
                <a16:creationId xmlns:a16="http://schemas.microsoft.com/office/drawing/2014/main" id="{3D56E87B-2252-4382-E6E7-15A81BCC8029}"/>
              </a:ext>
            </a:extLst>
          </p:cNvPr>
          <p:cNvSpPr>
            <a:spLocks noGrp="1"/>
          </p:cNvSpPr>
          <p:nvPr>
            <p:ph type="ftr" sz="quarter" idx="11"/>
          </p:nvPr>
        </p:nvSpPr>
        <p:spPr/>
        <p:txBody>
          <a:bodyPr/>
          <a:lstStyle/>
          <a:p>
            <a:r>
              <a:rPr lang="en-US" dirty="0"/>
              <a:t>Sample Footer Text</a:t>
            </a:r>
          </a:p>
        </p:txBody>
      </p:sp>
      <p:sp>
        <p:nvSpPr>
          <p:cNvPr id="5" name="Slide Number Placeholder 4">
            <a:extLst>
              <a:ext uri="{FF2B5EF4-FFF2-40B4-BE49-F238E27FC236}">
                <a16:creationId xmlns:a16="http://schemas.microsoft.com/office/drawing/2014/main" id="{8C1C6A68-1AC4-7B10-CD66-D67327434E62}"/>
              </a:ext>
            </a:extLst>
          </p:cNvPr>
          <p:cNvSpPr>
            <a:spLocks noGrp="1"/>
          </p:cNvSpPr>
          <p:nvPr>
            <p:ph type="sldNum" sz="quarter" idx="12"/>
          </p:nvPr>
        </p:nvSpPr>
        <p:spPr/>
        <p:txBody>
          <a:bodyPr/>
          <a:lstStyle/>
          <a:p>
            <a:fld id="{CC057153-B650-4DEB-B370-79DDCFDCE934}" type="slidenum">
              <a:rPr lang="en-US" smtClean="0"/>
              <a:pPr/>
              <a:t>‹#›</a:t>
            </a:fld>
            <a:endParaRPr lang="en-US" dirty="0"/>
          </a:p>
        </p:txBody>
      </p:sp>
      <p:sp>
        <p:nvSpPr>
          <p:cNvPr id="7" name="Content Placeholder 6">
            <a:extLst>
              <a:ext uri="{FF2B5EF4-FFF2-40B4-BE49-F238E27FC236}">
                <a16:creationId xmlns:a16="http://schemas.microsoft.com/office/drawing/2014/main" id="{3E4E45FF-53F3-89B1-B969-C440DC819EF4}"/>
              </a:ext>
            </a:extLst>
          </p:cNvPr>
          <p:cNvSpPr>
            <a:spLocks noGrp="1"/>
          </p:cNvSpPr>
          <p:nvPr>
            <p:ph sz="quarter" idx="13" hasCustomPrompt="1"/>
          </p:nvPr>
        </p:nvSpPr>
        <p:spPr>
          <a:xfrm>
            <a:off x="612648" y="630936"/>
            <a:ext cx="8266176" cy="5605272"/>
          </a:xfrm>
        </p:spPr>
        <p:txBody>
          <a:bodyPr anchor="ctr">
            <a:normAutofit/>
          </a:bodyPr>
          <a:lstStyle>
            <a:lvl1pPr marL="0" indent="0">
              <a:lnSpc>
                <a:spcPct val="100000"/>
              </a:lnSpc>
              <a:buNone/>
              <a:defRPr sz="5400" b="1"/>
            </a:lvl1pPr>
            <a:lvl2pPr marL="228600" indent="0">
              <a:lnSpc>
                <a:spcPct val="100000"/>
              </a:lnSpc>
              <a:buNone/>
              <a:defRPr sz="4800" b="1"/>
            </a:lvl2pPr>
            <a:lvl3pPr marL="457200" indent="0">
              <a:lnSpc>
                <a:spcPct val="100000"/>
              </a:lnSpc>
              <a:buNone/>
              <a:defRPr sz="4400" b="1"/>
            </a:lvl3pPr>
            <a:lvl4pPr marL="685800" indent="0">
              <a:lnSpc>
                <a:spcPct val="100000"/>
              </a:lnSpc>
              <a:buNone/>
              <a:defRPr sz="4000" b="1"/>
            </a:lvl4pPr>
            <a:lvl5pPr marL="914400" indent="0">
              <a:lnSpc>
                <a:spcPct val="100000"/>
              </a:lnSpc>
              <a:buNone/>
              <a:defRPr sz="3600" b="1"/>
            </a:lvl5pPr>
          </a:lstStyle>
          <a:p>
            <a:pPr lvl="0"/>
            <a:r>
              <a:rPr lang="en-US"/>
              <a:t>Click to edit Statement</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779165419"/>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Statement 2">
    <p:spTree>
      <p:nvGrpSpPr>
        <p:cNvPr id="1" name=""/>
        <p:cNvGrpSpPr/>
        <p:nvPr/>
      </p:nvGrpSpPr>
      <p:grpSpPr>
        <a:xfrm>
          <a:off x="0" y="0"/>
          <a:ext cx="0" cy="0"/>
          <a:chOff x="0" y="0"/>
          <a:chExt cx="0" cy="0"/>
        </a:xfrm>
      </p:grpSpPr>
      <p:sp>
        <p:nvSpPr>
          <p:cNvPr id="16" name="Freeform: Shape 15">
            <a:extLst>
              <a:ext uri="{FF2B5EF4-FFF2-40B4-BE49-F238E27FC236}">
                <a16:creationId xmlns:a16="http://schemas.microsoft.com/office/drawing/2014/main" id="{860B29AE-EBEF-71CC-AE38-3B2CD14FCA19}"/>
              </a:ext>
            </a:extLst>
          </p:cNvPr>
          <p:cNvSpPr/>
          <p:nvPr userDrawn="1"/>
        </p:nvSpPr>
        <p:spPr>
          <a:xfrm rot="5400000" flipV="1">
            <a:off x="-2566724" y="2566724"/>
            <a:ext cx="6399213" cy="1265765"/>
          </a:xfrm>
          <a:custGeom>
            <a:avLst/>
            <a:gdLst>
              <a:gd name="connsiteX0" fmla="*/ 0 w 6399213"/>
              <a:gd name="connsiteY0" fmla="*/ 0 h 1265765"/>
              <a:gd name="connsiteX1" fmla="*/ 0 w 6399213"/>
              <a:gd name="connsiteY1" fmla="*/ 1265765 h 1265765"/>
              <a:gd name="connsiteX2" fmla="*/ 5982881 w 6399213"/>
              <a:gd name="connsiteY2" fmla="*/ 1265765 h 1265765"/>
              <a:gd name="connsiteX3" fmla="*/ 6399213 w 6399213"/>
              <a:gd name="connsiteY3" fmla="*/ 849433 h 1265765"/>
              <a:gd name="connsiteX4" fmla="*/ 6399213 w 6399213"/>
              <a:gd name="connsiteY4" fmla="*/ 0 h 126576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399213" h="1265765">
                <a:moveTo>
                  <a:pt x="0" y="0"/>
                </a:moveTo>
                <a:lnTo>
                  <a:pt x="0" y="1265765"/>
                </a:lnTo>
                <a:lnTo>
                  <a:pt x="5982881" y="1265765"/>
                </a:lnTo>
                <a:cubicBezTo>
                  <a:pt x="6212815" y="1265765"/>
                  <a:pt x="6399213" y="1079367"/>
                  <a:pt x="6399213" y="849433"/>
                </a:cubicBezTo>
                <a:lnTo>
                  <a:pt x="6399213" y="0"/>
                </a:lnTo>
                <a:close/>
              </a:path>
            </a:pathLst>
          </a:custGeom>
          <a:solidFill>
            <a:schemeClr val="bg2"/>
          </a:solidFill>
          <a:ln w="2540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0EDE6"/>
              </a:solidFill>
              <a:effectLst/>
              <a:uLnTx/>
              <a:uFillTx/>
              <a:latin typeface="Neue Haas Grotesk Text Pro"/>
              <a:ea typeface="+mn-ea"/>
              <a:cs typeface="+mn-cs"/>
            </a:endParaRPr>
          </a:p>
        </p:txBody>
      </p:sp>
      <p:sp>
        <p:nvSpPr>
          <p:cNvPr id="2" name="Title 1">
            <a:extLst>
              <a:ext uri="{FF2B5EF4-FFF2-40B4-BE49-F238E27FC236}">
                <a16:creationId xmlns:a16="http://schemas.microsoft.com/office/drawing/2014/main" id="{A7221EB5-8556-FBD7-00D5-D69AC8E7E73A}"/>
              </a:ext>
            </a:extLst>
          </p:cNvPr>
          <p:cNvSpPr>
            <a:spLocks noGrp="1"/>
          </p:cNvSpPr>
          <p:nvPr>
            <p:ph type="title"/>
          </p:nvPr>
        </p:nvSpPr>
        <p:spPr>
          <a:xfrm>
            <a:off x="612648" y="-1133856"/>
            <a:ext cx="10652760" cy="1133856"/>
          </a:xfrm>
        </p:spPr>
        <p:txBody>
          <a:bodyPr/>
          <a:lstStyle/>
          <a:p>
            <a:r>
              <a:rPr lang="en-US"/>
              <a:t>Click to edit Master title style</a:t>
            </a:r>
          </a:p>
        </p:txBody>
      </p:sp>
      <p:sp>
        <p:nvSpPr>
          <p:cNvPr id="3" name="Date Placeholder 2">
            <a:extLst>
              <a:ext uri="{FF2B5EF4-FFF2-40B4-BE49-F238E27FC236}">
                <a16:creationId xmlns:a16="http://schemas.microsoft.com/office/drawing/2014/main" id="{67F688C7-1128-9027-65E4-A17BBE7DDDF0}"/>
              </a:ext>
            </a:extLst>
          </p:cNvPr>
          <p:cNvSpPr>
            <a:spLocks noGrp="1"/>
          </p:cNvSpPr>
          <p:nvPr>
            <p:ph type="dt" sz="half" idx="10"/>
          </p:nvPr>
        </p:nvSpPr>
        <p:spPr/>
        <p:txBody>
          <a:bodyPr/>
          <a:lstStyle/>
          <a:p>
            <a:fld id="{5BD6B3E3-A05B-4311-9C9A-DA8A512CAB97}" type="datetime1">
              <a:rPr lang="en-US" smtClean="0"/>
              <a:t>11/17/2025</a:t>
            </a:fld>
            <a:endParaRPr lang="en-US" dirty="0"/>
          </a:p>
        </p:txBody>
      </p:sp>
      <p:sp>
        <p:nvSpPr>
          <p:cNvPr id="4" name="Footer Placeholder 3">
            <a:extLst>
              <a:ext uri="{FF2B5EF4-FFF2-40B4-BE49-F238E27FC236}">
                <a16:creationId xmlns:a16="http://schemas.microsoft.com/office/drawing/2014/main" id="{3D56E87B-2252-4382-E6E7-15A81BCC8029}"/>
              </a:ext>
            </a:extLst>
          </p:cNvPr>
          <p:cNvSpPr>
            <a:spLocks noGrp="1"/>
          </p:cNvSpPr>
          <p:nvPr>
            <p:ph type="ftr" sz="quarter" idx="11"/>
          </p:nvPr>
        </p:nvSpPr>
        <p:spPr/>
        <p:txBody>
          <a:bodyPr/>
          <a:lstStyle/>
          <a:p>
            <a:r>
              <a:rPr lang="en-US" dirty="0"/>
              <a:t>Sample Footer Text</a:t>
            </a:r>
          </a:p>
        </p:txBody>
      </p:sp>
      <p:sp>
        <p:nvSpPr>
          <p:cNvPr id="5" name="Slide Number Placeholder 4">
            <a:extLst>
              <a:ext uri="{FF2B5EF4-FFF2-40B4-BE49-F238E27FC236}">
                <a16:creationId xmlns:a16="http://schemas.microsoft.com/office/drawing/2014/main" id="{8C1C6A68-1AC4-7B10-CD66-D67327434E62}"/>
              </a:ext>
            </a:extLst>
          </p:cNvPr>
          <p:cNvSpPr>
            <a:spLocks noGrp="1"/>
          </p:cNvSpPr>
          <p:nvPr>
            <p:ph type="sldNum" sz="quarter" idx="12"/>
          </p:nvPr>
        </p:nvSpPr>
        <p:spPr/>
        <p:txBody>
          <a:bodyPr/>
          <a:lstStyle/>
          <a:p>
            <a:fld id="{CC057153-B650-4DEB-B370-79DDCFDCE934}" type="slidenum">
              <a:rPr lang="en-US" smtClean="0"/>
              <a:pPr/>
              <a:t>‹#›</a:t>
            </a:fld>
            <a:endParaRPr lang="en-US" dirty="0"/>
          </a:p>
        </p:txBody>
      </p:sp>
      <p:sp>
        <p:nvSpPr>
          <p:cNvPr id="7" name="Content Placeholder 6">
            <a:extLst>
              <a:ext uri="{FF2B5EF4-FFF2-40B4-BE49-F238E27FC236}">
                <a16:creationId xmlns:a16="http://schemas.microsoft.com/office/drawing/2014/main" id="{3E4E45FF-53F3-89B1-B969-C440DC819EF4}"/>
              </a:ext>
            </a:extLst>
          </p:cNvPr>
          <p:cNvSpPr>
            <a:spLocks noGrp="1"/>
          </p:cNvSpPr>
          <p:nvPr>
            <p:ph sz="quarter" idx="13" hasCustomPrompt="1"/>
          </p:nvPr>
        </p:nvSpPr>
        <p:spPr>
          <a:xfrm>
            <a:off x="1798217" y="630935"/>
            <a:ext cx="8266176" cy="5605272"/>
          </a:xfrm>
        </p:spPr>
        <p:txBody>
          <a:bodyPr anchor="ctr">
            <a:normAutofit/>
          </a:bodyPr>
          <a:lstStyle>
            <a:lvl1pPr marL="0" indent="0">
              <a:lnSpc>
                <a:spcPct val="100000"/>
              </a:lnSpc>
              <a:buNone/>
              <a:defRPr sz="5400" b="1"/>
            </a:lvl1pPr>
            <a:lvl2pPr marL="228600" indent="0">
              <a:lnSpc>
                <a:spcPct val="100000"/>
              </a:lnSpc>
              <a:buNone/>
              <a:defRPr sz="4800" b="1"/>
            </a:lvl2pPr>
            <a:lvl3pPr marL="457200" indent="0">
              <a:lnSpc>
                <a:spcPct val="100000"/>
              </a:lnSpc>
              <a:buNone/>
              <a:defRPr sz="4400" b="1"/>
            </a:lvl3pPr>
            <a:lvl4pPr marL="685800" indent="0">
              <a:lnSpc>
                <a:spcPct val="100000"/>
              </a:lnSpc>
              <a:buNone/>
              <a:defRPr sz="4000" b="1"/>
            </a:lvl4pPr>
            <a:lvl5pPr marL="914400" indent="0">
              <a:lnSpc>
                <a:spcPct val="100000"/>
              </a:lnSpc>
              <a:buNone/>
              <a:defRPr sz="3600" b="1"/>
            </a:lvl5pPr>
          </a:lstStyle>
          <a:p>
            <a:pPr lvl="0"/>
            <a:r>
              <a:rPr lang="en-US"/>
              <a:t>Click to edit Statement</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726624422"/>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Statement 3">
    <p:spTree>
      <p:nvGrpSpPr>
        <p:cNvPr id="1" name=""/>
        <p:cNvGrpSpPr/>
        <p:nvPr/>
      </p:nvGrpSpPr>
      <p:grpSpPr>
        <a:xfrm>
          <a:off x="0" y="0"/>
          <a:ext cx="0" cy="0"/>
          <a:chOff x="0" y="0"/>
          <a:chExt cx="0" cy="0"/>
        </a:xfrm>
      </p:grpSpPr>
      <p:sp>
        <p:nvSpPr>
          <p:cNvPr id="12" name="Freeform: Shape 11">
            <a:extLst>
              <a:ext uri="{FF2B5EF4-FFF2-40B4-BE49-F238E27FC236}">
                <a16:creationId xmlns:a16="http://schemas.microsoft.com/office/drawing/2014/main" id="{1CEC059F-651D-D540-DF60-D6361D9C716B}"/>
              </a:ext>
            </a:extLst>
          </p:cNvPr>
          <p:cNvSpPr/>
          <p:nvPr userDrawn="1"/>
        </p:nvSpPr>
        <p:spPr>
          <a:xfrm flipV="1">
            <a:off x="1" y="6099048"/>
            <a:ext cx="10487111" cy="758952"/>
          </a:xfrm>
          <a:custGeom>
            <a:avLst/>
            <a:gdLst>
              <a:gd name="connsiteX0" fmla="*/ 0 w 10487111"/>
              <a:gd name="connsiteY0" fmla="*/ 758952 h 758952"/>
              <a:gd name="connsiteX1" fmla="*/ 10070779 w 10487111"/>
              <a:gd name="connsiteY1" fmla="*/ 758952 h 758952"/>
              <a:gd name="connsiteX2" fmla="*/ 10487111 w 10487111"/>
              <a:gd name="connsiteY2" fmla="*/ 342620 h 758952"/>
              <a:gd name="connsiteX3" fmla="*/ 10487111 w 10487111"/>
              <a:gd name="connsiteY3" fmla="*/ 0 h 758952"/>
              <a:gd name="connsiteX4" fmla="*/ 0 w 10487111"/>
              <a:gd name="connsiteY4" fmla="*/ 0 h 75895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487111" h="758952">
                <a:moveTo>
                  <a:pt x="0" y="758952"/>
                </a:moveTo>
                <a:lnTo>
                  <a:pt x="10070779" y="758952"/>
                </a:lnTo>
                <a:cubicBezTo>
                  <a:pt x="10300713" y="758952"/>
                  <a:pt x="10487111" y="572554"/>
                  <a:pt x="10487111" y="342620"/>
                </a:cubicBezTo>
                <a:lnTo>
                  <a:pt x="10487111" y="0"/>
                </a:lnTo>
                <a:lnTo>
                  <a:pt x="0" y="0"/>
                </a:lnTo>
                <a:close/>
              </a:path>
            </a:pathLst>
          </a:custGeom>
          <a:solidFill>
            <a:schemeClr val="bg2"/>
          </a:solidFill>
          <a:ln w="2540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0EDE6"/>
              </a:solidFill>
              <a:effectLst/>
              <a:uLnTx/>
              <a:uFillTx/>
              <a:latin typeface="Neue Haas Grotesk Text Pro"/>
              <a:ea typeface="+mn-ea"/>
              <a:cs typeface="+mn-cs"/>
            </a:endParaRPr>
          </a:p>
        </p:txBody>
      </p:sp>
      <p:sp>
        <p:nvSpPr>
          <p:cNvPr id="2" name="Title 1">
            <a:extLst>
              <a:ext uri="{FF2B5EF4-FFF2-40B4-BE49-F238E27FC236}">
                <a16:creationId xmlns:a16="http://schemas.microsoft.com/office/drawing/2014/main" id="{A7221EB5-8556-FBD7-00D5-D69AC8E7E73A}"/>
              </a:ext>
            </a:extLst>
          </p:cNvPr>
          <p:cNvSpPr>
            <a:spLocks noGrp="1"/>
          </p:cNvSpPr>
          <p:nvPr>
            <p:ph type="title"/>
          </p:nvPr>
        </p:nvSpPr>
        <p:spPr>
          <a:xfrm>
            <a:off x="612648" y="-1133856"/>
            <a:ext cx="10652760" cy="1133856"/>
          </a:xfrm>
        </p:spPr>
        <p:txBody>
          <a:bodyPr/>
          <a:lstStyle/>
          <a:p>
            <a:r>
              <a:rPr lang="en-US"/>
              <a:t>Click to edit Master title style</a:t>
            </a:r>
          </a:p>
        </p:txBody>
      </p:sp>
      <p:sp>
        <p:nvSpPr>
          <p:cNvPr id="3" name="Date Placeholder 2">
            <a:extLst>
              <a:ext uri="{FF2B5EF4-FFF2-40B4-BE49-F238E27FC236}">
                <a16:creationId xmlns:a16="http://schemas.microsoft.com/office/drawing/2014/main" id="{67F688C7-1128-9027-65E4-A17BBE7DDDF0}"/>
              </a:ext>
            </a:extLst>
          </p:cNvPr>
          <p:cNvSpPr>
            <a:spLocks noGrp="1"/>
          </p:cNvSpPr>
          <p:nvPr>
            <p:ph type="dt" sz="half" idx="10"/>
          </p:nvPr>
        </p:nvSpPr>
        <p:spPr/>
        <p:txBody>
          <a:bodyPr/>
          <a:lstStyle/>
          <a:p>
            <a:fld id="{FAEFBAE2-1C27-41D0-8DBA-D202F753417F}" type="datetime1">
              <a:rPr lang="en-US" smtClean="0"/>
              <a:t>11/17/2025</a:t>
            </a:fld>
            <a:endParaRPr lang="en-US" dirty="0"/>
          </a:p>
        </p:txBody>
      </p:sp>
      <p:sp>
        <p:nvSpPr>
          <p:cNvPr id="4" name="Footer Placeholder 3">
            <a:extLst>
              <a:ext uri="{FF2B5EF4-FFF2-40B4-BE49-F238E27FC236}">
                <a16:creationId xmlns:a16="http://schemas.microsoft.com/office/drawing/2014/main" id="{3D56E87B-2252-4382-E6E7-15A81BCC8029}"/>
              </a:ext>
            </a:extLst>
          </p:cNvPr>
          <p:cNvSpPr>
            <a:spLocks noGrp="1"/>
          </p:cNvSpPr>
          <p:nvPr>
            <p:ph type="ftr" sz="quarter" idx="11"/>
          </p:nvPr>
        </p:nvSpPr>
        <p:spPr>
          <a:xfrm>
            <a:off x="7068312" y="6492240"/>
            <a:ext cx="2660904" cy="338328"/>
          </a:xfrm>
        </p:spPr>
        <p:txBody>
          <a:bodyPr/>
          <a:lstStyle/>
          <a:p>
            <a:r>
              <a:rPr lang="en-US" dirty="0"/>
              <a:t>Sample Footer Text</a:t>
            </a:r>
          </a:p>
        </p:txBody>
      </p:sp>
      <p:sp>
        <p:nvSpPr>
          <p:cNvPr id="5" name="Slide Number Placeholder 4">
            <a:extLst>
              <a:ext uri="{FF2B5EF4-FFF2-40B4-BE49-F238E27FC236}">
                <a16:creationId xmlns:a16="http://schemas.microsoft.com/office/drawing/2014/main" id="{8C1C6A68-1AC4-7B10-CD66-D67327434E62}"/>
              </a:ext>
            </a:extLst>
          </p:cNvPr>
          <p:cNvSpPr>
            <a:spLocks noGrp="1"/>
          </p:cNvSpPr>
          <p:nvPr>
            <p:ph type="sldNum" sz="quarter" idx="12"/>
          </p:nvPr>
        </p:nvSpPr>
        <p:spPr>
          <a:xfrm>
            <a:off x="9820656" y="6492240"/>
            <a:ext cx="457200" cy="338328"/>
          </a:xfrm>
        </p:spPr>
        <p:txBody>
          <a:bodyPr/>
          <a:lstStyle/>
          <a:p>
            <a:fld id="{CC057153-B650-4DEB-B370-79DDCFDCE934}" type="slidenum">
              <a:rPr lang="en-US" smtClean="0"/>
              <a:pPr/>
              <a:t>‹#›</a:t>
            </a:fld>
            <a:endParaRPr lang="en-US" dirty="0"/>
          </a:p>
        </p:txBody>
      </p:sp>
      <p:sp>
        <p:nvSpPr>
          <p:cNvPr id="7" name="Content Placeholder 6">
            <a:extLst>
              <a:ext uri="{FF2B5EF4-FFF2-40B4-BE49-F238E27FC236}">
                <a16:creationId xmlns:a16="http://schemas.microsoft.com/office/drawing/2014/main" id="{3E4E45FF-53F3-89B1-B969-C440DC819EF4}"/>
              </a:ext>
            </a:extLst>
          </p:cNvPr>
          <p:cNvSpPr>
            <a:spLocks noGrp="1"/>
          </p:cNvSpPr>
          <p:nvPr>
            <p:ph sz="quarter" idx="13" hasCustomPrompt="1"/>
          </p:nvPr>
        </p:nvSpPr>
        <p:spPr>
          <a:xfrm>
            <a:off x="283464" y="1596767"/>
            <a:ext cx="9537192" cy="4142232"/>
          </a:xfrm>
        </p:spPr>
        <p:txBody>
          <a:bodyPr anchor="b">
            <a:normAutofit/>
          </a:bodyPr>
          <a:lstStyle>
            <a:lvl1pPr marL="0" indent="0">
              <a:lnSpc>
                <a:spcPct val="100000"/>
              </a:lnSpc>
              <a:buNone/>
              <a:defRPr sz="6000" b="1"/>
            </a:lvl1pPr>
            <a:lvl2pPr marL="228600" indent="0">
              <a:lnSpc>
                <a:spcPct val="100000"/>
              </a:lnSpc>
              <a:buNone/>
              <a:defRPr sz="5400" b="1"/>
            </a:lvl2pPr>
            <a:lvl3pPr marL="457200" indent="0">
              <a:lnSpc>
                <a:spcPct val="100000"/>
              </a:lnSpc>
              <a:buNone/>
              <a:defRPr sz="4800" b="1"/>
            </a:lvl3pPr>
            <a:lvl4pPr marL="685800" indent="0">
              <a:lnSpc>
                <a:spcPct val="100000"/>
              </a:lnSpc>
              <a:buNone/>
              <a:defRPr sz="4400" b="1"/>
            </a:lvl4pPr>
            <a:lvl5pPr marL="914400" indent="0">
              <a:lnSpc>
                <a:spcPct val="100000"/>
              </a:lnSpc>
              <a:buNone/>
              <a:defRPr sz="4000" b="1"/>
            </a:lvl5pPr>
          </a:lstStyle>
          <a:p>
            <a:pPr lvl="0"/>
            <a:r>
              <a:rPr lang="en-US"/>
              <a:t>Click to edit Statement</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519901906"/>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Quot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3F0761-EA67-F7D1-62E4-095EADA262F0}"/>
              </a:ext>
            </a:extLst>
          </p:cNvPr>
          <p:cNvSpPr>
            <a:spLocks noGrp="1"/>
          </p:cNvSpPr>
          <p:nvPr>
            <p:ph type="title" hasCustomPrompt="1"/>
          </p:nvPr>
        </p:nvSpPr>
        <p:spPr>
          <a:xfrm>
            <a:off x="1499616" y="1524002"/>
            <a:ext cx="9198864" cy="2871216"/>
          </a:xfrm>
        </p:spPr>
        <p:txBody>
          <a:bodyPr anchor="ctr">
            <a:normAutofit/>
          </a:bodyPr>
          <a:lstStyle>
            <a:lvl1pPr>
              <a:lnSpc>
                <a:spcPct val="110000"/>
              </a:lnSpc>
              <a:defRPr sz="4000" cap="none" baseline="0"/>
            </a:lvl1pPr>
          </a:lstStyle>
          <a:p>
            <a:r>
              <a:rPr lang="en-US"/>
              <a:t>Click to edit Quote</a:t>
            </a:r>
          </a:p>
        </p:txBody>
      </p:sp>
      <p:sp>
        <p:nvSpPr>
          <p:cNvPr id="3" name="Date Placeholder 2">
            <a:extLst>
              <a:ext uri="{FF2B5EF4-FFF2-40B4-BE49-F238E27FC236}">
                <a16:creationId xmlns:a16="http://schemas.microsoft.com/office/drawing/2014/main" id="{49A78CD0-57A9-DB86-E3A3-40628E6D68B7}"/>
              </a:ext>
            </a:extLst>
          </p:cNvPr>
          <p:cNvSpPr>
            <a:spLocks noGrp="1"/>
          </p:cNvSpPr>
          <p:nvPr>
            <p:ph type="dt" sz="half" idx="10"/>
          </p:nvPr>
        </p:nvSpPr>
        <p:spPr/>
        <p:txBody>
          <a:bodyPr/>
          <a:lstStyle/>
          <a:p>
            <a:fld id="{6A453612-8941-41EA-ABBA-F717A06C8346}" type="datetime1">
              <a:rPr lang="en-US" smtClean="0"/>
              <a:t>11/17/2025</a:t>
            </a:fld>
            <a:endParaRPr lang="en-US" dirty="0"/>
          </a:p>
        </p:txBody>
      </p:sp>
      <p:sp>
        <p:nvSpPr>
          <p:cNvPr id="4" name="Footer Placeholder 3">
            <a:extLst>
              <a:ext uri="{FF2B5EF4-FFF2-40B4-BE49-F238E27FC236}">
                <a16:creationId xmlns:a16="http://schemas.microsoft.com/office/drawing/2014/main" id="{B54C2DF4-76B6-1299-74E1-66F403C01A3C}"/>
              </a:ext>
            </a:extLst>
          </p:cNvPr>
          <p:cNvSpPr>
            <a:spLocks noGrp="1"/>
          </p:cNvSpPr>
          <p:nvPr>
            <p:ph type="ftr" sz="quarter" idx="11"/>
          </p:nvPr>
        </p:nvSpPr>
        <p:spPr/>
        <p:txBody>
          <a:bodyPr/>
          <a:lstStyle/>
          <a:p>
            <a:r>
              <a:rPr lang="en-US" dirty="0"/>
              <a:t>Sample Footer Text</a:t>
            </a:r>
          </a:p>
        </p:txBody>
      </p:sp>
      <p:sp>
        <p:nvSpPr>
          <p:cNvPr id="5" name="Slide Number Placeholder 4">
            <a:extLst>
              <a:ext uri="{FF2B5EF4-FFF2-40B4-BE49-F238E27FC236}">
                <a16:creationId xmlns:a16="http://schemas.microsoft.com/office/drawing/2014/main" id="{2535CA15-3DFE-125B-C658-77179EDEA2F0}"/>
              </a:ext>
            </a:extLst>
          </p:cNvPr>
          <p:cNvSpPr>
            <a:spLocks noGrp="1"/>
          </p:cNvSpPr>
          <p:nvPr>
            <p:ph type="sldNum" sz="quarter" idx="12"/>
          </p:nvPr>
        </p:nvSpPr>
        <p:spPr/>
        <p:txBody>
          <a:bodyPr/>
          <a:lstStyle/>
          <a:p>
            <a:fld id="{CC057153-B650-4DEB-B370-79DDCFDCE934}" type="slidenum">
              <a:rPr lang="en-US" smtClean="0"/>
              <a:pPr/>
              <a:t>‹#›</a:t>
            </a:fld>
            <a:endParaRPr lang="en-US" dirty="0"/>
          </a:p>
        </p:txBody>
      </p:sp>
      <p:sp>
        <p:nvSpPr>
          <p:cNvPr id="7" name="Content Placeholder 6">
            <a:extLst>
              <a:ext uri="{FF2B5EF4-FFF2-40B4-BE49-F238E27FC236}">
                <a16:creationId xmlns:a16="http://schemas.microsoft.com/office/drawing/2014/main" id="{E5FAB025-061F-4B04-451A-37E42755863E}"/>
              </a:ext>
            </a:extLst>
          </p:cNvPr>
          <p:cNvSpPr>
            <a:spLocks noGrp="1"/>
          </p:cNvSpPr>
          <p:nvPr>
            <p:ph sz="quarter" idx="13" hasCustomPrompt="1"/>
          </p:nvPr>
        </p:nvSpPr>
        <p:spPr>
          <a:xfrm>
            <a:off x="1499616" y="5376672"/>
            <a:ext cx="9198864" cy="466344"/>
          </a:xfrm>
        </p:spPr>
        <p:txBody>
          <a:bodyPr>
            <a:normAutofit/>
          </a:bodyPr>
          <a:lstStyle>
            <a:lvl1pPr marL="0" indent="0">
              <a:buNone/>
              <a:defRPr sz="2200" b="1" cap="all" baseline="0">
                <a:solidFill>
                  <a:schemeClr val="accent1"/>
                </a:solidFill>
              </a:defRPr>
            </a:lvl1pPr>
            <a:lvl2pPr marL="228600" indent="0">
              <a:buNone/>
              <a:defRPr sz="2000" b="1" cap="all" baseline="0">
                <a:solidFill>
                  <a:schemeClr val="accent1"/>
                </a:solidFill>
              </a:defRPr>
            </a:lvl2pPr>
            <a:lvl3pPr marL="457200" indent="0">
              <a:buNone/>
              <a:defRPr sz="1800" b="1" cap="all" baseline="0">
                <a:solidFill>
                  <a:schemeClr val="accent1"/>
                </a:solidFill>
              </a:defRPr>
            </a:lvl3pPr>
            <a:lvl4pPr marL="685800" indent="0">
              <a:buNone/>
              <a:defRPr sz="1600" b="1" cap="all" baseline="0">
                <a:solidFill>
                  <a:schemeClr val="accent1"/>
                </a:solidFill>
              </a:defRPr>
            </a:lvl4pPr>
            <a:lvl5pPr marL="914400" indent="0">
              <a:buNone/>
              <a:defRPr sz="1400" b="1" cap="all" baseline="0">
                <a:solidFill>
                  <a:schemeClr val="accent1"/>
                </a:solidFill>
              </a:defRPr>
            </a:lvl5pPr>
          </a:lstStyle>
          <a:p>
            <a:pPr lvl="0"/>
            <a:r>
              <a:rPr lang="en-US"/>
              <a:t>Quote Author</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882207668"/>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Quote 2">
    <p:spTree>
      <p:nvGrpSpPr>
        <p:cNvPr id="1" name=""/>
        <p:cNvGrpSpPr/>
        <p:nvPr/>
      </p:nvGrpSpPr>
      <p:grpSpPr>
        <a:xfrm>
          <a:off x="0" y="0"/>
          <a:ext cx="0" cy="0"/>
          <a:chOff x="0" y="0"/>
          <a:chExt cx="0" cy="0"/>
        </a:xfrm>
      </p:grpSpPr>
      <p:sp>
        <p:nvSpPr>
          <p:cNvPr id="13" name="Freeform: Shape 12">
            <a:extLst>
              <a:ext uri="{FF2B5EF4-FFF2-40B4-BE49-F238E27FC236}">
                <a16:creationId xmlns:a16="http://schemas.microsoft.com/office/drawing/2014/main" id="{19D41517-889E-CBB7-FD17-C5FECA783B2A}"/>
              </a:ext>
            </a:extLst>
          </p:cNvPr>
          <p:cNvSpPr/>
          <p:nvPr userDrawn="1"/>
        </p:nvSpPr>
        <p:spPr>
          <a:xfrm flipV="1">
            <a:off x="0" y="823828"/>
            <a:ext cx="11385608" cy="6034172"/>
          </a:xfrm>
          <a:custGeom>
            <a:avLst/>
            <a:gdLst>
              <a:gd name="connsiteX0" fmla="*/ 0 w 11385608"/>
              <a:gd name="connsiteY0" fmla="*/ 6034172 h 6034172"/>
              <a:gd name="connsiteX1" fmla="*/ 10969276 w 11385608"/>
              <a:gd name="connsiteY1" fmla="*/ 6034172 h 6034172"/>
              <a:gd name="connsiteX2" fmla="*/ 11385608 w 11385608"/>
              <a:gd name="connsiteY2" fmla="*/ 5617840 h 6034172"/>
              <a:gd name="connsiteX3" fmla="*/ 11385608 w 11385608"/>
              <a:gd name="connsiteY3" fmla="*/ 0 h 6034172"/>
              <a:gd name="connsiteX4" fmla="*/ 0 w 11385608"/>
              <a:gd name="connsiteY4" fmla="*/ 0 h 603417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385608" h="6034172">
                <a:moveTo>
                  <a:pt x="0" y="6034172"/>
                </a:moveTo>
                <a:lnTo>
                  <a:pt x="10969276" y="6034172"/>
                </a:lnTo>
                <a:cubicBezTo>
                  <a:pt x="11199210" y="6034172"/>
                  <a:pt x="11385608" y="5847774"/>
                  <a:pt x="11385608" y="5617840"/>
                </a:cubicBezTo>
                <a:lnTo>
                  <a:pt x="11385608" y="0"/>
                </a:lnTo>
                <a:lnTo>
                  <a:pt x="0" y="0"/>
                </a:lnTo>
                <a:close/>
              </a:path>
            </a:pathLst>
          </a:custGeom>
          <a:solidFill>
            <a:schemeClr val="bg2"/>
          </a:solidFill>
          <a:ln w="2540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0EDE6"/>
              </a:solidFill>
              <a:effectLst/>
              <a:uLnTx/>
              <a:uFillTx/>
              <a:latin typeface="Neue Haas Grotesk Text Pro"/>
              <a:ea typeface="+mn-ea"/>
              <a:cs typeface="+mn-cs"/>
            </a:endParaRPr>
          </a:p>
        </p:txBody>
      </p:sp>
      <p:sp>
        <p:nvSpPr>
          <p:cNvPr id="2" name="Title 1">
            <a:extLst>
              <a:ext uri="{FF2B5EF4-FFF2-40B4-BE49-F238E27FC236}">
                <a16:creationId xmlns:a16="http://schemas.microsoft.com/office/drawing/2014/main" id="{823F0761-EA67-F7D1-62E4-095EADA262F0}"/>
              </a:ext>
            </a:extLst>
          </p:cNvPr>
          <p:cNvSpPr>
            <a:spLocks noGrp="1"/>
          </p:cNvSpPr>
          <p:nvPr>
            <p:ph type="title" hasCustomPrompt="1"/>
          </p:nvPr>
        </p:nvSpPr>
        <p:spPr>
          <a:xfrm>
            <a:off x="429768" y="1783080"/>
            <a:ext cx="8499079" cy="2249424"/>
          </a:xfrm>
        </p:spPr>
        <p:txBody>
          <a:bodyPr anchor="t">
            <a:normAutofit/>
          </a:bodyPr>
          <a:lstStyle>
            <a:lvl1pPr>
              <a:lnSpc>
                <a:spcPct val="100000"/>
              </a:lnSpc>
              <a:defRPr sz="3600" cap="none" baseline="0"/>
            </a:lvl1pPr>
          </a:lstStyle>
          <a:p>
            <a:r>
              <a:rPr lang="en-US"/>
              <a:t>Click to edit Quote</a:t>
            </a:r>
          </a:p>
        </p:txBody>
      </p:sp>
      <p:sp>
        <p:nvSpPr>
          <p:cNvPr id="3" name="Date Placeholder 2">
            <a:extLst>
              <a:ext uri="{FF2B5EF4-FFF2-40B4-BE49-F238E27FC236}">
                <a16:creationId xmlns:a16="http://schemas.microsoft.com/office/drawing/2014/main" id="{49A78CD0-57A9-DB86-E3A3-40628E6D68B7}"/>
              </a:ext>
            </a:extLst>
          </p:cNvPr>
          <p:cNvSpPr>
            <a:spLocks noGrp="1"/>
          </p:cNvSpPr>
          <p:nvPr>
            <p:ph type="dt" sz="half" idx="10"/>
          </p:nvPr>
        </p:nvSpPr>
        <p:spPr/>
        <p:txBody>
          <a:bodyPr/>
          <a:lstStyle/>
          <a:p>
            <a:fld id="{73D6CD22-E4B3-48A1-94CA-B89DB574ED80}" type="datetime1">
              <a:rPr lang="en-US" smtClean="0"/>
              <a:t>11/17/2025</a:t>
            </a:fld>
            <a:endParaRPr lang="en-US" dirty="0"/>
          </a:p>
        </p:txBody>
      </p:sp>
      <p:sp>
        <p:nvSpPr>
          <p:cNvPr id="4" name="Footer Placeholder 3">
            <a:extLst>
              <a:ext uri="{FF2B5EF4-FFF2-40B4-BE49-F238E27FC236}">
                <a16:creationId xmlns:a16="http://schemas.microsoft.com/office/drawing/2014/main" id="{B54C2DF4-76B6-1299-74E1-66F403C01A3C}"/>
              </a:ext>
            </a:extLst>
          </p:cNvPr>
          <p:cNvSpPr>
            <a:spLocks noGrp="1"/>
          </p:cNvSpPr>
          <p:nvPr>
            <p:ph type="ftr" sz="quarter" idx="11"/>
          </p:nvPr>
        </p:nvSpPr>
        <p:spPr>
          <a:xfrm>
            <a:off x="8669124" y="6492240"/>
            <a:ext cx="2660904" cy="338328"/>
          </a:xfrm>
        </p:spPr>
        <p:txBody>
          <a:bodyPr/>
          <a:lstStyle/>
          <a:p>
            <a:r>
              <a:rPr lang="en-US" dirty="0"/>
              <a:t>Sample Footer Text</a:t>
            </a:r>
          </a:p>
        </p:txBody>
      </p:sp>
      <p:sp>
        <p:nvSpPr>
          <p:cNvPr id="5" name="Slide Number Placeholder 4">
            <a:extLst>
              <a:ext uri="{FF2B5EF4-FFF2-40B4-BE49-F238E27FC236}">
                <a16:creationId xmlns:a16="http://schemas.microsoft.com/office/drawing/2014/main" id="{2535CA15-3DFE-125B-C658-77179EDEA2F0}"/>
              </a:ext>
            </a:extLst>
          </p:cNvPr>
          <p:cNvSpPr>
            <a:spLocks noGrp="1"/>
          </p:cNvSpPr>
          <p:nvPr>
            <p:ph type="sldNum" sz="quarter" idx="12"/>
          </p:nvPr>
        </p:nvSpPr>
        <p:spPr>
          <a:xfrm>
            <a:off x="11421468" y="6492240"/>
            <a:ext cx="457200" cy="338328"/>
          </a:xfrm>
        </p:spPr>
        <p:txBody>
          <a:bodyPr/>
          <a:lstStyle/>
          <a:p>
            <a:fld id="{CC057153-B650-4DEB-B370-79DDCFDCE934}" type="slidenum">
              <a:rPr lang="en-US" smtClean="0"/>
              <a:pPr/>
              <a:t>‹#›</a:t>
            </a:fld>
            <a:endParaRPr lang="en-US" dirty="0"/>
          </a:p>
        </p:txBody>
      </p:sp>
      <p:sp>
        <p:nvSpPr>
          <p:cNvPr id="7" name="Content Placeholder 6">
            <a:extLst>
              <a:ext uri="{FF2B5EF4-FFF2-40B4-BE49-F238E27FC236}">
                <a16:creationId xmlns:a16="http://schemas.microsoft.com/office/drawing/2014/main" id="{E5FAB025-061F-4B04-451A-37E42755863E}"/>
              </a:ext>
            </a:extLst>
          </p:cNvPr>
          <p:cNvSpPr>
            <a:spLocks noGrp="1"/>
          </p:cNvSpPr>
          <p:nvPr>
            <p:ph sz="quarter" idx="13" hasCustomPrompt="1"/>
          </p:nvPr>
        </p:nvSpPr>
        <p:spPr>
          <a:xfrm>
            <a:off x="429768" y="5120640"/>
            <a:ext cx="5431536" cy="1289304"/>
          </a:xfrm>
        </p:spPr>
        <p:txBody>
          <a:bodyPr vert="horz" lIns="91440" tIns="45720" rIns="91440" bIns="45720" rtlCol="0" anchor="ctr">
            <a:normAutofit/>
          </a:bodyPr>
          <a:lstStyle>
            <a:lvl1pPr marL="0" indent="0">
              <a:buNone/>
              <a:defRPr lang="en-US" b="1" cap="all" baseline="0" dirty="0"/>
            </a:lvl1pPr>
            <a:lvl2pPr marL="228600" indent="0">
              <a:buNone/>
              <a:defRPr lang="en-US" b="1" cap="all" baseline="0" dirty="0"/>
            </a:lvl2pPr>
            <a:lvl3pPr marL="457200" indent="0">
              <a:buNone/>
              <a:defRPr lang="en-US" b="1" cap="all" baseline="0" dirty="0"/>
            </a:lvl3pPr>
            <a:lvl4pPr marL="685800" indent="0">
              <a:buNone/>
              <a:defRPr lang="en-US" b="1" cap="all" baseline="0" dirty="0"/>
            </a:lvl4pPr>
            <a:lvl5pPr marL="914400" indent="0">
              <a:buNone/>
              <a:defRPr lang="en-US" b="1" cap="all" baseline="0" dirty="0"/>
            </a:lvl5pPr>
          </a:lstStyle>
          <a:p>
            <a:pPr lvl="0"/>
            <a:r>
              <a:rPr lang="en-US"/>
              <a:t>Quote Author</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871461579"/>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Conclusion">
    <p:bg>
      <p:bgRef idx="1001">
        <a:schemeClr val="bg2"/>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429768" y="429768"/>
            <a:ext cx="10890374" cy="1627632"/>
          </a:xfrm>
        </p:spPr>
        <p:txBody>
          <a:bodyPr anchor="t">
            <a:normAutofit/>
          </a:bodyPr>
          <a:lstStyle>
            <a:lvl1pPr>
              <a:defRPr sz="5400"/>
            </a:lvl1pPr>
          </a:lstStyle>
          <a:p>
            <a:r>
              <a:rPr lang="en-US"/>
              <a:t>Click to edit Master title style</a:t>
            </a:r>
          </a:p>
        </p:txBody>
      </p:sp>
      <p:sp>
        <p:nvSpPr>
          <p:cNvPr id="8" name="Content Placeholder 7">
            <a:extLst>
              <a:ext uri="{FF2B5EF4-FFF2-40B4-BE49-F238E27FC236}">
                <a16:creationId xmlns:a16="http://schemas.microsoft.com/office/drawing/2014/main" id="{C7E1FCC9-2D1D-9C6B-8C9A-E3D0A77DBEF0}"/>
              </a:ext>
            </a:extLst>
          </p:cNvPr>
          <p:cNvSpPr>
            <a:spLocks noGrp="1"/>
          </p:cNvSpPr>
          <p:nvPr>
            <p:ph sz="quarter" idx="13"/>
          </p:nvPr>
        </p:nvSpPr>
        <p:spPr>
          <a:xfrm>
            <a:off x="429768" y="3264408"/>
            <a:ext cx="10890374" cy="2834640"/>
          </a:xfrm>
        </p:spPr>
        <p:txBody>
          <a:bodyPr vert="horz" lIns="91440" tIns="45720" rIns="91440" bIns="45720" rtlCol="0">
            <a:norm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p>
            <a:fld id="{97C38B47-093E-417D-A1C3-81EEF797AC69}" type="datetime1">
              <a:rPr lang="en-US" smtClean="0"/>
              <a:t>11/17/2025</a:t>
            </a:fld>
            <a:endParaRPr lang="en-US" dirty="0"/>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p>
            <a:r>
              <a:rPr lang="en-US" dirty="0"/>
              <a:t>Sample Footer Text</a:t>
            </a:r>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p>
            <a:fld id="{CC057153-B650-4DEB-B370-79DDCFDCE934}" type="slidenum">
              <a:rPr lang="en-US" smtClean="0"/>
              <a:t>‹#›</a:t>
            </a:fld>
            <a:endParaRPr lang="en-US" dirty="0"/>
          </a:p>
        </p:txBody>
      </p:sp>
    </p:spTree>
    <p:extLst>
      <p:ext uri="{BB962C8B-B14F-4D97-AF65-F5344CB8AC3E}">
        <p14:creationId xmlns:p14="http://schemas.microsoft.com/office/powerpoint/2010/main" val="2282557612"/>
      </p:ext>
    </p:extLst>
  </p:cSld>
  <p:clrMapOvr>
    <a:overrideClrMapping bg1="lt1" tx1="dk1" bg2="lt2" tx2="dk2" accent1="accent1" accent2="accent2" accent3="accent3" accent4="accent4" accent5="accent5" accent6="accent6" hlink="hlink" folHlink="folHlink"/>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Conclusion 2">
    <p:bg>
      <p:bgRef idx="1001">
        <a:schemeClr val="bg2"/>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429768" y="1627318"/>
            <a:ext cx="8430768" cy="1842020"/>
          </a:xfrm>
        </p:spPr>
        <p:txBody>
          <a:bodyPr anchor="b">
            <a:normAutofit/>
          </a:bodyPr>
          <a:lstStyle>
            <a:lvl1pPr>
              <a:defRPr sz="6000"/>
            </a:lvl1pPr>
          </a:lstStyle>
          <a:p>
            <a:r>
              <a:rPr lang="en-US"/>
              <a:t>Click to edit Master title style</a:t>
            </a:r>
          </a:p>
        </p:txBody>
      </p:sp>
      <p:sp>
        <p:nvSpPr>
          <p:cNvPr id="7" name="Content Placeholder 6">
            <a:extLst>
              <a:ext uri="{FF2B5EF4-FFF2-40B4-BE49-F238E27FC236}">
                <a16:creationId xmlns:a16="http://schemas.microsoft.com/office/drawing/2014/main" id="{053FFEDA-E57B-DF13-2394-A1514E15F85A}"/>
              </a:ext>
            </a:extLst>
          </p:cNvPr>
          <p:cNvSpPr>
            <a:spLocks noGrp="1"/>
          </p:cNvSpPr>
          <p:nvPr>
            <p:ph sz="quarter" idx="14"/>
          </p:nvPr>
        </p:nvSpPr>
        <p:spPr>
          <a:xfrm>
            <a:off x="429768" y="3622673"/>
            <a:ext cx="8430768" cy="1828800"/>
          </a:xfrm>
        </p:spPr>
        <p:txBody>
          <a:bodyPr vert="horz" lIns="91440" tIns="45720" rIns="91440" bIns="45720" rtlCol="0">
            <a:normAutofit/>
          </a:bodyPr>
          <a:lstStyle>
            <a:lvl1pPr marL="0" indent="0">
              <a:buNone/>
              <a:defRPr lang="en-US" dirty="0"/>
            </a:lvl1pPr>
            <a:lvl2pPr marL="228600" indent="0">
              <a:buNone/>
              <a:defRPr lang="en-US" dirty="0"/>
            </a:lvl2pPr>
            <a:lvl3pPr marL="457200" indent="0">
              <a:buNone/>
              <a:defRPr lang="en-US" dirty="0"/>
            </a:lvl3pPr>
            <a:lvl4pPr marL="685800" indent="0">
              <a:buNone/>
              <a:defRPr lang="en-US" dirty="0"/>
            </a:lvl4pPr>
            <a:lvl5pPr marL="914400" indent="0">
              <a:buNone/>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p>
            <a:fld id="{A250925D-4314-49E4-A383-289640FEB5E3}" type="datetime1">
              <a:rPr lang="en-US" smtClean="0"/>
              <a:t>11/17/2025</a:t>
            </a:fld>
            <a:endParaRPr lang="en-US" dirty="0"/>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p>
            <a:r>
              <a:rPr lang="en-US" dirty="0"/>
              <a:t>Sample Footer Text</a:t>
            </a:r>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p>
            <a:fld id="{CC057153-B650-4DEB-B370-79DDCFDCE934}" type="slidenum">
              <a:rPr lang="en-US" smtClean="0"/>
              <a:t>‹#›</a:t>
            </a:fld>
            <a:endParaRPr lang="en-US" dirty="0"/>
          </a:p>
        </p:txBody>
      </p:sp>
    </p:spTree>
    <p:extLst>
      <p:ext uri="{BB962C8B-B14F-4D97-AF65-F5344CB8AC3E}">
        <p14:creationId xmlns:p14="http://schemas.microsoft.com/office/powerpoint/2010/main" val="1407147659"/>
      </p:ext>
    </p:extLst>
  </p:cSld>
  <p:clrMapOvr>
    <a:overrideClrMapping bg1="lt1" tx1="dk1" bg2="lt2" tx2="dk2" accent1="accent1" accent2="accent2" accent3="accent3" accent4="accent4" accent5="accent5" accent6="accent6" hlink="hlink" folHlink="folHlink"/>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429767" y="294248"/>
            <a:ext cx="11164825" cy="958480"/>
          </a:xfrm>
        </p:spPr>
        <p:txBody>
          <a:bodyPr/>
          <a:lstStyle/>
          <a:p>
            <a:r>
              <a:rPr lang="en-US"/>
              <a:t>Click to edit Master title style</a:t>
            </a:r>
          </a:p>
        </p:txBody>
      </p:sp>
      <p:sp>
        <p:nvSpPr>
          <p:cNvPr id="9" name="Text Placeholder 8">
            <a:extLst>
              <a:ext uri="{FF2B5EF4-FFF2-40B4-BE49-F238E27FC236}">
                <a16:creationId xmlns:a16="http://schemas.microsoft.com/office/drawing/2014/main" id="{778C515B-8D5A-0268-9044-7B2013C87E02}"/>
              </a:ext>
            </a:extLst>
          </p:cNvPr>
          <p:cNvSpPr>
            <a:spLocks noGrp="1"/>
          </p:cNvSpPr>
          <p:nvPr>
            <p:ph type="body" sz="quarter" idx="13"/>
          </p:nvPr>
        </p:nvSpPr>
        <p:spPr>
          <a:xfrm>
            <a:off x="429767" y="2020825"/>
            <a:ext cx="5212208" cy="428472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Text Placeholder 10">
            <a:extLst>
              <a:ext uri="{FF2B5EF4-FFF2-40B4-BE49-F238E27FC236}">
                <a16:creationId xmlns:a16="http://schemas.microsoft.com/office/drawing/2014/main" id="{13C7061A-8ED7-8B72-BD2B-2DF67F8C7A75}"/>
              </a:ext>
            </a:extLst>
          </p:cNvPr>
          <p:cNvSpPr>
            <a:spLocks noGrp="1"/>
          </p:cNvSpPr>
          <p:nvPr>
            <p:ph type="body" sz="quarter" idx="14"/>
          </p:nvPr>
        </p:nvSpPr>
        <p:spPr>
          <a:xfrm>
            <a:off x="6381622" y="2020822"/>
            <a:ext cx="5212208" cy="428472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p>
            <a:fld id="{EE2C59E0-667A-459A-BBD1-70DA72C3C576}" type="datetime1">
              <a:rPr lang="en-US" smtClean="0"/>
              <a:t>11/17/2025</a:t>
            </a:fld>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p>
            <a:r>
              <a:rPr lang="en-US" dirty="0"/>
              <a:t>Sample Footer Text</a:t>
            </a:r>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p>
            <a:fld id="{CC057153-B650-4DEB-B370-79DDCFDCE934}" type="slidenum">
              <a:rPr lang="en-US" smtClean="0"/>
              <a:t>‹#›</a:t>
            </a:fld>
            <a:endParaRPr lang="en-US" dirty="0"/>
          </a:p>
        </p:txBody>
      </p:sp>
    </p:spTree>
    <p:extLst>
      <p:ext uri="{BB962C8B-B14F-4D97-AF65-F5344CB8AC3E}">
        <p14:creationId xmlns:p14="http://schemas.microsoft.com/office/powerpoint/2010/main" val="1061016247"/>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FEE969-634D-6E32-D227-18E9282C6F9E}"/>
              </a:ext>
            </a:extLst>
          </p:cNvPr>
          <p:cNvSpPr>
            <a:spLocks noGrp="1"/>
          </p:cNvSpPr>
          <p:nvPr>
            <p:ph type="title"/>
          </p:nvPr>
        </p:nvSpPr>
        <p:spPr>
          <a:xfrm>
            <a:off x="429768" y="276166"/>
            <a:ext cx="11164824" cy="976562"/>
          </a:xfrm>
        </p:spPr>
        <p:txBody>
          <a:bodyPr/>
          <a:lstStyle/>
          <a:p>
            <a:r>
              <a:rPr lang="en-US"/>
              <a:t>Click to edit Master title style</a:t>
            </a:r>
          </a:p>
        </p:txBody>
      </p:sp>
      <p:sp>
        <p:nvSpPr>
          <p:cNvPr id="3" name="Text Placeholder 2">
            <a:extLst>
              <a:ext uri="{FF2B5EF4-FFF2-40B4-BE49-F238E27FC236}">
                <a16:creationId xmlns:a16="http://schemas.microsoft.com/office/drawing/2014/main" id="{61CD26D4-290A-F0ED-7D62-41EDA6FEC2B9}"/>
              </a:ext>
            </a:extLst>
          </p:cNvPr>
          <p:cNvSpPr>
            <a:spLocks noGrp="1"/>
          </p:cNvSpPr>
          <p:nvPr>
            <p:ph type="body" idx="1"/>
          </p:nvPr>
        </p:nvSpPr>
        <p:spPr>
          <a:xfrm>
            <a:off x="429767" y="1380744"/>
            <a:ext cx="5212080" cy="559834"/>
          </a:xfrm>
        </p:spPr>
        <p:txBody>
          <a:bodyPr anchor="b">
            <a:normAutofit/>
          </a:bodyPr>
          <a:lstStyle>
            <a:lvl1pPr marL="0" indent="0">
              <a:lnSpc>
                <a:spcPct val="90000"/>
              </a:lnSpc>
              <a:buNone/>
              <a:defRPr sz="2000" b="1" cap="all"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1" name="Text Placeholder 10">
            <a:extLst>
              <a:ext uri="{FF2B5EF4-FFF2-40B4-BE49-F238E27FC236}">
                <a16:creationId xmlns:a16="http://schemas.microsoft.com/office/drawing/2014/main" id="{A211279F-0D05-3637-19CD-29468F4DD2F3}"/>
              </a:ext>
            </a:extLst>
          </p:cNvPr>
          <p:cNvSpPr>
            <a:spLocks noGrp="1"/>
          </p:cNvSpPr>
          <p:nvPr>
            <p:ph type="body" sz="quarter" idx="13"/>
          </p:nvPr>
        </p:nvSpPr>
        <p:spPr>
          <a:xfrm>
            <a:off x="430213" y="2021134"/>
            <a:ext cx="5211762" cy="434315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06536620-C4F3-EEC3-DBF1-05196B1CBB55}"/>
              </a:ext>
            </a:extLst>
          </p:cNvPr>
          <p:cNvSpPr>
            <a:spLocks noGrp="1"/>
          </p:cNvSpPr>
          <p:nvPr>
            <p:ph type="body" sz="quarter" idx="3"/>
          </p:nvPr>
        </p:nvSpPr>
        <p:spPr>
          <a:xfrm>
            <a:off x="6382512" y="1380744"/>
            <a:ext cx="5212080" cy="559834"/>
          </a:xfrm>
        </p:spPr>
        <p:txBody>
          <a:bodyPr anchor="b">
            <a:normAutofit/>
          </a:bodyPr>
          <a:lstStyle>
            <a:lvl1pPr marL="0" indent="0">
              <a:lnSpc>
                <a:spcPct val="90000"/>
              </a:lnSpc>
              <a:buNone/>
              <a:defRPr sz="2000" b="1" cap="all"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3" name="Text Placeholder 12">
            <a:extLst>
              <a:ext uri="{FF2B5EF4-FFF2-40B4-BE49-F238E27FC236}">
                <a16:creationId xmlns:a16="http://schemas.microsoft.com/office/drawing/2014/main" id="{F1B170DE-636A-B1A9-2EAB-C426DBFB3E51}"/>
              </a:ext>
            </a:extLst>
          </p:cNvPr>
          <p:cNvSpPr>
            <a:spLocks noGrp="1"/>
          </p:cNvSpPr>
          <p:nvPr>
            <p:ph type="body" sz="quarter" idx="14"/>
          </p:nvPr>
        </p:nvSpPr>
        <p:spPr>
          <a:xfrm>
            <a:off x="6381750" y="2020888"/>
            <a:ext cx="5213350" cy="43434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4E3B3581-658A-8487-F9CB-E79F2BFF27E4}"/>
              </a:ext>
            </a:extLst>
          </p:cNvPr>
          <p:cNvSpPr>
            <a:spLocks noGrp="1"/>
          </p:cNvSpPr>
          <p:nvPr>
            <p:ph type="dt" sz="half" idx="10"/>
          </p:nvPr>
        </p:nvSpPr>
        <p:spPr/>
        <p:txBody>
          <a:bodyPr/>
          <a:lstStyle/>
          <a:p>
            <a:fld id="{706CC00B-2F01-4379-B0FD-8DA094C16FA4}" type="datetime1">
              <a:rPr lang="en-US" smtClean="0"/>
              <a:t>11/17/2025</a:t>
            </a:fld>
            <a:endParaRPr lang="en-US" dirty="0"/>
          </a:p>
        </p:txBody>
      </p:sp>
      <p:sp>
        <p:nvSpPr>
          <p:cNvPr id="8" name="Footer Placeholder 7">
            <a:extLst>
              <a:ext uri="{FF2B5EF4-FFF2-40B4-BE49-F238E27FC236}">
                <a16:creationId xmlns:a16="http://schemas.microsoft.com/office/drawing/2014/main" id="{949D76D8-9033-26CF-BF4C-AECCC685C177}"/>
              </a:ext>
            </a:extLst>
          </p:cNvPr>
          <p:cNvSpPr>
            <a:spLocks noGrp="1"/>
          </p:cNvSpPr>
          <p:nvPr>
            <p:ph type="ftr" sz="quarter" idx="11"/>
          </p:nvPr>
        </p:nvSpPr>
        <p:spPr/>
        <p:txBody>
          <a:bodyPr/>
          <a:lstStyle/>
          <a:p>
            <a:r>
              <a:rPr lang="en-US" dirty="0"/>
              <a:t>Sample Footer Text</a:t>
            </a:r>
          </a:p>
        </p:txBody>
      </p:sp>
      <p:sp>
        <p:nvSpPr>
          <p:cNvPr id="9" name="Slide Number Placeholder 8">
            <a:extLst>
              <a:ext uri="{FF2B5EF4-FFF2-40B4-BE49-F238E27FC236}">
                <a16:creationId xmlns:a16="http://schemas.microsoft.com/office/drawing/2014/main" id="{E02A06B8-CC1D-542F-D8EB-7625046B91D2}"/>
              </a:ext>
            </a:extLst>
          </p:cNvPr>
          <p:cNvSpPr>
            <a:spLocks noGrp="1"/>
          </p:cNvSpPr>
          <p:nvPr>
            <p:ph type="sldNum" sz="quarter" idx="12"/>
          </p:nvPr>
        </p:nvSpPr>
        <p:spPr/>
        <p:txBody>
          <a:bodyPr/>
          <a:lstStyle/>
          <a:p>
            <a:fld id="{CC057153-B650-4DEB-B370-79DDCFDCE934}" type="slidenum">
              <a:rPr lang="en-US" smtClean="0"/>
              <a:t>‹#›</a:t>
            </a:fld>
            <a:endParaRPr lang="en-US" dirty="0"/>
          </a:p>
        </p:txBody>
      </p:sp>
    </p:spTree>
    <p:extLst>
      <p:ext uri="{BB962C8B-B14F-4D97-AF65-F5344CB8AC3E}">
        <p14:creationId xmlns:p14="http://schemas.microsoft.com/office/powerpoint/2010/main" val="1787669314"/>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B06A09-98CF-FAC2-3708-AECC4360C651}"/>
              </a:ext>
            </a:extLst>
          </p:cNvPr>
          <p:cNvSpPr>
            <a:spLocks noGrp="1"/>
          </p:cNvSpPr>
          <p:nvPr>
            <p:ph type="title"/>
          </p:nvPr>
        </p:nvSpPr>
        <p:spPr>
          <a:xfrm>
            <a:off x="429768" y="557784"/>
            <a:ext cx="3713996" cy="2212313"/>
          </a:xfrm>
        </p:spPr>
        <p:txBody>
          <a:bodyPr anchor="t">
            <a:normAutofit/>
          </a:bodyPr>
          <a:lstStyle>
            <a:lvl1pPr>
              <a:defRPr sz="3200"/>
            </a:lvl1pPr>
          </a:lstStyle>
          <a:p>
            <a:r>
              <a:rPr lang="en-US"/>
              <a:t>Click to edit Master title style</a:t>
            </a:r>
          </a:p>
        </p:txBody>
      </p:sp>
      <p:sp>
        <p:nvSpPr>
          <p:cNvPr id="4" name="Text Placeholder 3">
            <a:extLst>
              <a:ext uri="{FF2B5EF4-FFF2-40B4-BE49-F238E27FC236}">
                <a16:creationId xmlns:a16="http://schemas.microsoft.com/office/drawing/2014/main" id="{F32C4A61-EF2A-C5A5-B150-4448600B3937}"/>
              </a:ext>
            </a:extLst>
          </p:cNvPr>
          <p:cNvSpPr>
            <a:spLocks noGrp="1"/>
          </p:cNvSpPr>
          <p:nvPr>
            <p:ph type="body" sz="half" idx="2"/>
          </p:nvPr>
        </p:nvSpPr>
        <p:spPr>
          <a:xfrm>
            <a:off x="429767" y="2826137"/>
            <a:ext cx="3310128" cy="3434638"/>
          </a:xfrm>
        </p:spPr>
        <p:txBody>
          <a:bodyPr anchor="b"/>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13" name="Picture Placeholder 8">
            <a:extLst>
              <a:ext uri="{FF2B5EF4-FFF2-40B4-BE49-F238E27FC236}">
                <a16:creationId xmlns:a16="http://schemas.microsoft.com/office/drawing/2014/main" id="{FA23F0E6-EDAF-3A7F-5EC8-F911E9AE48EF}"/>
              </a:ext>
            </a:extLst>
          </p:cNvPr>
          <p:cNvSpPr>
            <a:spLocks noGrp="1"/>
          </p:cNvSpPr>
          <p:nvPr>
            <p:ph type="pic" sz="quarter" idx="13"/>
          </p:nvPr>
        </p:nvSpPr>
        <p:spPr>
          <a:xfrm>
            <a:off x="4502843" y="0"/>
            <a:ext cx="7689157" cy="6399152"/>
          </a:xfrm>
          <a:custGeom>
            <a:avLst/>
            <a:gdLst>
              <a:gd name="connsiteX0" fmla="*/ 0 w 7689157"/>
              <a:gd name="connsiteY0" fmla="*/ 0 h 6399152"/>
              <a:gd name="connsiteX1" fmla="*/ 7689157 w 7689157"/>
              <a:gd name="connsiteY1" fmla="*/ 0 h 6399152"/>
              <a:gd name="connsiteX2" fmla="*/ 7689157 w 7689157"/>
              <a:gd name="connsiteY2" fmla="*/ 6399152 h 6399152"/>
              <a:gd name="connsiteX3" fmla="*/ 578440 w 7689157"/>
              <a:gd name="connsiteY3" fmla="*/ 6399152 h 6399152"/>
              <a:gd name="connsiteX4" fmla="*/ 0 w 7689157"/>
              <a:gd name="connsiteY4" fmla="*/ 5820712 h 639915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689157" h="6399152">
                <a:moveTo>
                  <a:pt x="0" y="0"/>
                </a:moveTo>
                <a:lnTo>
                  <a:pt x="7689157" y="0"/>
                </a:lnTo>
                <a:lnTo>
                  <a:pt x="7689157" y="6399152"/>
                </a:lnTo>
                <a:lnTo>
                  <a:pt x="578440" y="6399152"/>
                </a:lnTo>
                <a:cubicBezTo>
                  <a:pt x="258976" y="6399152"/>
                  <a:pt x="0" y="6140176"/>
                  <a:pt x="0" y="5820712"/>
                </a:cubicBezTo>
                <a:close/>
              </a:path>
            </a:pathLst>
          </a:custGeom>
          <a:blipFill>
            <a:blip r:embed="rId2" cstate="screen">
              <a:extLst>
                <a:ext uri="{28A0092B-C50C-407E-A947-70E740481C1C}">
                  <a14:useLocalDpi xmlns:a14="http://schemas.microsoft.com/office/drawing/2010/main"/>
                </a:ext>
              </a:extLst>
            </a:blip>
            <a:stretch>
              <a:fillRect/>
            </a:stretch>
          </a:blipFill>
        </p:spPr>
        <p:txBody>
          <a:bodyPr wrap="square">
            <a:noAutofit/>
          </a:bodyPr>
          <a:lstStyle>
            <a:lvl1pPr marL="0" indent="0">
              <a:buNone/>
              <a:defRPr/>
            </a:lvl1pPr>
          </a:lstStyle>
          <a:p>
            <a:endParaRPr lang="en-US" dirty="0"/>
          </a:p>
        </p:txBody>
      </p:sp>
      <p:sp>
        <p:nvSpPr>
          <p:cNvPr id="5" name="Date Placeholder 4">
            <a:extLst>
              <a:ext uri="{FF2B5EF4-FFF2-40B4-BE49-F238E27FC236}">
                <a16:creationId xmlns:a16="http://schemas.microsoft.com/office/drawing/2014/main" id="{920B235E-39C7-4C78-20EF-DB48ECD9CB90}"/>
              </a:ext>
            </a:extLst>
          </p:cNvPr>
          <p:cNvSpPr>
            <a:spLocks noGrp="1"/>
          </p:cNvSpPr>
          <p:nvPr>
            <p:ph type="dt" sz="half" idx="10"/>
          </p:nvPr>
        </p:nvSpPr>
        <p:spPr/>
        <p:txBody>
          <a:bodyPr/>
          <a:lstStyle/>
          <a:p>
            <a:fld id="{5019F103-9E7C-4D5A-827C-0D2D66EE1CD2}" type="datetime1">
              <a:rPr lang="en-US" smtClean="0"/>
              <a:t>11/17/2025</a:t>
            </a:fld>
            <a:endParaRPr lang="en-US" dirty="0"/>
          </a:p>
        </p:txBody>
      </p:sp>
      <p:sp>
        <p:nvSpPr>
          <p:cNvPr id="6" name="Footer Placeholder 5">
            <a:extLst>
              <a:ext uri="{FF2B5EF4-FFF2-40B4-BE49-F238E27FC236}">
                <a16:creationId xmlns:a16="http://schemas.microsoft.com/office/drawing/2014/main" id="{7FDC75DA-9A78-9AB9-7171-95A08CC51C56}"/>
              </a:ext>
            </a:extLst>
          </p:cNvPr>
          <p:cNvSpPr>
            <a:spLocks noGrp="1"/>
          </p:cNvSpPr>
          <p:nvPr>
            <p:ph type="ftr" sz="quarter" idx="11"/>
          </p:nvPr>
        </p:nvSpPr>
        <p:spPr/>
        <p:txBody>
          <a:bodyPr/>
          <a:lstStyle/>
          <a:p>
            <a:r>
              <a:rPr lang="en-US" dirty="0"/>
              <a:t>Sample Footer Text</a:t>
            </a:r>
          </a:p>
        </p:txBody>
      </p:sp>
      <p:sp>
        <p:nvSpPr>
          <p:cNvPr id="7" name="Slide Number Placeholder 6">
            <a:extLst>
              <a:ext uri="{FF2B5EF4-FFF2-40B4-BE49-F238E27FC236}">
                <a16:creationId xmlns:a16="http://schemas.microsoft.com/office/drawing/2014/main" id="{5EFE1A03-DCCB-53C7-DBFE-2AD55C90591B}"/>
              </a:ext>
            </a:extLst>
          </p:cNvPr>
          <p:cNvSpPr>
            <a:spLocks noGrp="1"/>
          </p:cNvSpPr>
          <p:nvPr>
            <p:ph type="sldNum" sz="quarter" idx="12"/>
          </p:nvPr>
        </p:nvSpPr>
        <p:spPr/>
        <p:txBody>
          <a:bodyPr/>
          <a:lstStyle/>
          <a:p>
            <a:fld id="{CC057153-B650-4DEB-B370-79DDCFDCE934}" type="slidenum">
              <a:rPr lang="en-US" smtClean="0"/>
              <a:t>‹#›</a:t>
            </a:fld>
            <a:endParaRPr lang="en-US" dirty="0"/>
          </a:p>
        </p:txBody>
      </p:sp>
    </p:spTree>
    <p:extLst>
      <p:ext uri="{BB962C8B-B14F-4D97-AF65-F5344CB8AC3E}">
        <p14:creationId xmlns:p14="http://schemas.microsoft.com/office/powerpoint/2010/main" val="658330657"/>
      </p:ext>
    </p:extLst>
  </p:cSld>
  <p:clrMapOvr>
    <a:masterClrMapping/>
  </p:clrMapOvr>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slideLayout" Target="../slideLayouts/slideLayout42.xml"/><Relationship Id="rId47" Type="http://schemas.openxmlformats.org/officeDocument/2006/relationships/theme" Target="../theme/theme1.xml"/><Relationship Id="rId7" Type="http://schemas.openxmlformats.org/officeDocument/2006/relationships/slideLayout" Target="../slideLayouts/slideLayout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9" Type="http://schemas.openxmlformats.org/officeDocument/2006/relationships/slideLayout" Target="../slideLayouts/slideLayout29.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8" Type="http://schemas.openxmlformats.org/officeDocument/2006/relationships/slideLayout" Target="../slideLayouts/slideLayout8.xml"/><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20" Type="http://schemas.openxmlformats.org/officeDocument/2006/relationships/slideLayout" Target="../slideLayouts/slideLayout20.xml"/><Relationship Id="rId41" Type="http://schemas.openxmlformats.org/officeDocument/2006/relationships/slideLayout" Target="../slideLayouts/slideLayout4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75BFB69-9245-EC58-F1DE-FEB625BD336A}"/>
              </a:ext>
            </a:extLst>
          </p:cNvPr>
          <p:cNvSpPr>
            <a:spLocks noGrp="1"/>
          </p:cNvSpPr>
          <p:nvPr>
            <p:ph type="title"/>
          </p:nvPr>
        </p:nvSpPr>
        <p:spPr>
          <a:xfrm>
            <a:off x="431173" y="285210"/>
            <a:ext cx="10653578" cy="965101"/>
          </a:xfrm>
          <a:prstGeom prst="rect">
            <a:avLst/>
          </a:prstGeom>
        </p:spPr>
        <p:txBody>
          <a:bodyPr vert="horz" lIns="91440" tIns="45720" rIns="91440" bIns="45720" rtlCol="0" anchor="b">
            <a:normAutofit/>
          </a:bodyPr>
          <a:lstStyle/>
          <a:p>
            <a:r>
              <a:rPr lang="en-US"/>
              <a:t>Click to edit Master title style</a:t>
            </a:r>
          </a:p>
        </p:txBody>
      </p:sp>
      <p:sp>
        <p:nvSpPr>
          <p:cNvPr id="3" name="Text Placeholder 2">
            <a:extLst>
              <a:ext uri="{FF2B5EF4-FFF2-40B4-BE49-F238E27FC236}">
                <a16:creationId xmlns:a16="http://schemas.microsoft.com/office/drawing/2014/main" id="{5516AFD5-5144-C460-0CA4-644BC4A93C02}"/>
              </a:ext>
            </a:extLst>
          </p:cNvPr>
          <p:cNvSpPr>
            <a:spLocks noGrp="1"/>
          </p:cNvSpPr>
          <p:nvPr>
            <p:ph type="body" idx="1"/>
          </p:nvPr>
        </p:nvSpPr>
        <p:spPr>
          <a:xfrm>
            <a:off x="431172" y="1384847"/>
            <a:ext cx="10653579" cy="4905116"/>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995753E-AF8A-7E04-8A1A-205B755A0215}"/>
              </a:ext>
            </a:extLst>
          </p:cNvPr>
          <p:cNvSpPr>
            <a:spLocks noGrp="1"/>
          </p:cNvSpPr>
          <p:nvPr>
            <p:ph type="dt" sz="half" idx="2"/>
          </p:nvPr>
        </p:nvSpPr>
        <p:spPr>
          <a:xfrm>
            <a:off x="431172" y="6490524"/>
            <a:ext cx="2841959" cy="336141"/>
          </a:xfrm>
          <a:prstGeom prst="rect">
            <a:avLst/>
          </a:prstGeom>
        </p:spPr>
        <p:txBody>
          <a:bodyPr vert="horz" lIns="91440" tIns="45720" rIns="91440" bIns="45720" rtlCol="0" anchor="ctr"/>
          <a:lstStyle>
            <a:lvl1pPr algn="l">
              <a:defRPr sz="800">
                <a:solidFill>
                  <a:schemeClr val="tx1"/>
                </a:solidFill>
              </a:defRPr>
            </a:lvl1pPr>
          </a:lstStyle>
          <a:p>
            <a:fld id="{072E1B28-DB45-4001-B295-7D7933E04419}" type="datetime1">
              <a:rPr lang="en-US" smtClean="0"/>
              <a:t>11/17/2025</a:t>
            </a:fld>
            <a:endParaRPr lang="en-US" dirty="0"/>
          </a:p>
        </p:txBody>
      </p:sp>
      <p:sp>
        <p:nvSpPr>
          <p:cNvPr id="5" name="Footer Placeholder 4">
            <a:extLst>
              <a:ext uri="{FF2B5EF4-FFF2-40B4-BE49-F238E27FC236}">
                <a16:creationId xmlns:a16="http://schemas.microsoft.com/office/drawing/2014/main" id="{D4E1B7C8-DA74-800B-EE14-A39E9DB32DE4}"/>
              </a:ext>
            </a:extLst>
          </p:cNvPr>
          <p:cNvSpPr>
            <a:spLocks noGrp="1"/>
          </p:cNvSpPr>
          <p:nvPr>
            <p:ph type="ftr" sz="quarter" idx="3"/>
          </p:nvPr>
        </p:nvSpPr>
        <p:spPr>
          <a:xfrm>
            <a:off x="8893370" y="6490524"/>
            <a:ext cx="2662834" cy="336141"/>
          </a:xfrm>
          <a:prstGeom prst="rect">
            <a:avLst/>
          </a:prstGeom>
        </p:spPr>
        <p:txBody>
          <a:bodyPr vert="horz" lIns="91440" tIns="45720" rIns="91440" bIns="45720" rtlCol="0" anchor="ctr"/>
          <a:lstStyle>
            <a:lvl1pPr algn="r">
              <a:defRPr sz="800">
                <a:solidFill>
                  <a:schemeClr val="tx1"/>
                </a:solidFill>
              </a:defRPr>
            </a:lvl1pPr>
          </a:lstStyle>
          <a:p>
            <a:r>
              <a:rPr lang="en-US" dirty="0"/>
              <a:t>Sample Footer Text</a:t>
            </a:r>
          </a:p>
        </p:txBody>
      </p:sp>
      <p:sp>
        <p:nvSpPr>
          <p:cNvPr id="6" name="Slide Number Placeholder 5">
            <a:extLst>
              <a:ext uri="{FF2B5EF4-FFF2-40B4-BE49-F238E27FC236}">
                <a16:creationId xmlns:a16="http://schemas.microsoft.com/office/drawing/2014/main" id="{7AC1647D-0DF0-CA1B-F723-EF7B8F508DB7}"/>
              </a:ext>
            </a:extLst>
          </p:cNvPr>
          <p:cNvSpPr>
            <a:spLocks noGrp="1"/>
          </p:cNvSpPr>
          <p:nvPr>
            <p:ph type="sldNum" sz="quarter" idx="4"/>
          </p:nvPr>
        </p:nvSpPr>
        <p:spPr>
          <a:xfrm>
            <a:off x="11648431" y="6490524"/>
            <a:ext cx="457200" cy="336141"/>
          </a:xfrm>
          <a:prstGeom prst="rect">
            <a:avLst/>
          </a:prstGeom>
        </p:spPr>
        <p:txBody>
          <a:bodyPr vert="horz" lIns="91440" tIns="45720" rIns="91440" bIns="45720" rtlCol="0" anchor="ctr"/>
          <a:lstStyle>
            <a:lvl1pPr algn="r">
              <a:defRPr sz="800">
                <a:solidFill>
                  <a:schemeClr val="tx1"/>
                </a:solidFill>
              </a:defRPr>
            </a:lvl1pPr>
          </a:lstStyle>
          <a:p>
            <a:fld id="{84C450F2-3BB4-4AE4-8A35-A9D7AEA4C850}" type="slidenum">
              <a:rPr lang="en-US" smtClean="0"/>
              <a:pPr/>
              <a:t>‹#›</a:t>
            </a:fld>
            <a:endParaRPr lang="en-US" dirty="0"/>
          </a:p>
        </p:txBody>
      </p:sp>
    </p:spTree>
    <p:extLst>
      <p:ext uri="{BB962C8B-B14F-4D97-AF65-F5344CB8AC3E}">
        <p14:creationId xmlns:p14="http://schemas.microsoft.com/office/powerpoint/2010/main" val="239004269"/>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6" r:id="rId16"/>
    <p:sldLayoutId id="2147483677" r:id="rId17"/>
    <p:sldLayoutId id="2147483678" r:id="rId18"/>
    <p:sldLayoutId id="2147483679" r:id="rId19"/>
    <p:sldLayoutId id="2147483680" r:id="rId20"/>
    <p:sldLayoutId id="2147483681" r:id="rId21"/>
    <p:sldLayoutId id="2147483682" r:id="rId22"/>
    <p:sldLayoutId id="2147483683" r:id="rId23"/>
    <p:sldLayoutId id="2147483684" r:id="rId24"/>
    <p:sldLayoutId id="2147483685" r:id="rId25"/>
    <p:sldLayoutId id="2147483686" r:id="rId26"/>
    <p:sldLayoutId id="2147483687" r:id="rId27"/>
    <p:sldLayoutId id="2147483688" r:id="rId28"/>
    <p:sldLayoutId id="2147483689" r:id="rId29"/>
    <p:sldLayoutId id="2147483690" r:id="rId30"/>
    <p:sldLayoutId id="2147483691" r:id="rId31"/>
    <p:sldLayoutId id="2147483692" r:id="rId32"/>
    <p:sldLayoutId id="2147483693" r:id="rId33"/>
    <p:sldLayoutId id="2147483694" r:id="rId34"/>
    <p:sldLayoutId id="2147483695" r:id="rId35"/>
    <p:sldLayoutId id="2147483696" r:id="rId36"/>
    <p:sldLayoutId id="2147483697" r:id="rId37"/>
    <p:sldLayoutId id="2147483698" r:id="rId38"/>
    <p:sldLayoutId id="2147483699" r:id="rId39"/>
    <p:sldLayoutId id="2147483700" r:id="rId40"/>
    <p:sldLayoutId id="2147483701" r:id="rId41"/>
    <p:sldLayoutId id="2147483702" r:id="rId42"/>
    <p:sldLayoutId id="2147483703" r:id="rId43"/>
    <p:sldLayoutId id="2147483704" r:id="rId44"/>
    <p:sldLayoutId id="2147483705" r:id="rId45"/>
    <p:sldLayoutId id="2147483706" r:id="rId46"/>
  </p:sldLayoutIdLst>
  <p:hf hdr="0"/>
  <p:txStyles>
    <p:titleStyle>
      <a:lvl1pPr algn="l" defTabSz="914400" rtl="0" eaLnBrk="1" latinLnBrk="0" hangingPunct="1">
        <a:lnSpc>
          <a:spcPct val="90000"/>
        </a:lnSpc>
        <a:spcBef>
          <a:spcPct val="0"/>
        </a:spcBef>
        <a:buNone/>
        <a:defRPr sz="3200" b="0" kern="1200" cap="all" baseline="0">
          <a:solidFill>
            <a:schemeClr val="tx1"/>
          </a:solidFill>
          <a:latin typeface="+mj-lt"/>
          <a:ea typeface="+mj-ea"/>
          <a:cs typeface="+mj-cs"/>
        </a:defRPr>
      </a:lvl1pPr>
    </p:titleStyle>
    <p:bodyStyle>
      <a:lvl1pPr marL="228600" indent="-228600" algn="l" defTabSz="914400" rtl="0" eaLnBrk="1" latinLnBrk="0" hangingPunct="1">
        <a:lnSpc>
          <a:spcPct val="120000"/>
        </a:lnSpc>
        <a:spcBef>
          <a:spcPts val="1000"/>
        </a:spcBef>
        <a:buFont typeface="Arial" panose="020B0604020202020204" pitchFamily="34" charset="0"/>
        <a:buChar char="•"/>
        <a:defRPr sz="1800" kern="1200">
          <a:solidFill>
            <a:schemeClr val="tx1"/>
          </a:solidFill>
          <a:latin typeface="+mn-lt"/>
          <a:ea typeface="+mn-ea"/>
          <a:cs typeface="+mn-cs"/>
        </a:defRPr>
      </a:lvl1pPr>
      <a:lvl2pPr marL="457200" indent="-228600" algn="l" defTabSz="914400" rtl="0" eaLnBrk="1" latinLnBrk="0" hangingPunct="1">
        <a:lnSpc>
          <a:spcPct val="120000"/>
        </a:lnSpc>
        <a:spcBef>
          <a:spcPts val="500"/>
        </a:spcBef>
        <a:buFont typeface="Arial" panose="020B0604020202020204" pitchFamily="34" charset="0"/>
        <a:buChar char="•"/>
        <a:defRPr sz="1600" kern="1200">
          <a:solidFill>
            <a:schemeClr val="tx1"/>
          </a:solidFill>
          <a:latin typeface="+mn-lt"/>
          <a:ea typeface="+mn-ea"/>
          <a:cs typeface="+mn-cs"/>
        </a:defRPr>
      </a:lvl2pPr>
      <a:lvl3pPr marL="685800" indent="-228600" algn="l" defTabSz="914400" rtl="0" eaLnBrk="1" latinLnBrk="0" hangingPunct="1">
        <a:lnSpc>
          <a:spcPct val="120000"/>
        </a:lnSpc>
        <a:spcBef>
          <a:spcPts val="500"/>
        </a:spcBef>
        <a:buFont typeface="Arial" panose="020B0604020202020204" pitchFamily="34" charset="0"/>
        <a:buChar char="•"/>
        <a:defRPr sz="1400" kern="1200">
          <a:solidFill>
            <a:schemeClr val="tx1"/>
          </a:solidFill>
          <a:latin typeface="+mn-lt"/>
          <a:ea typeface="+mn-ea"/>
          <a:cs typeface="+mn-cs"/>
        </a:defRPr>
      </a:lvl3pPr>
      <a:lvl4pPr marL="914400" indent="-228600" algn="l" defTabSz="914400" rtl="0" eaLnBrk="1" latinLnBrk="0" hangingPunct="1">
        <a:lnSpc>
          <a:spcPct val="120000"/>
        </a:lnSpc>
        <a:spcBef>
          <a:spcPts val="500"/>
        </a:spcBef>
        <a:buFont typeface="Arial" panose="020B0604020202020204" pitchFamily="34" charset="0"/>
        <a:buChar char="•"/>
        <a:defRPr sz="1200" kern="1200">
          <a:solidFill>
            <a:schemeClr val="tx1"/>
          </a:solidFill>
          <a:latin typeface="+mn-lt"/>
          <a:ea typeface="+mn-ea"/>
          <a:cs typeface="+mn-cs"/>
        </a:defRPr>
      </a:lvl4pPr>
      <a:lvl5pPr marL="1143000" indent="-228600" algn="l" defTabSz="914400" rtl="0" eaLnBrk="1" latinLnBrk="0" hangingPunct="1">
        <a:lnSpc>
          <a:spcPct val="120000"/>
        </a:lnSpc>
        <a:spcBef>
          <a:spcPts val="500"/>
        </a:spcBef>
        <a:buFont typeface="Arial" panose="020B0604020202020204" pitchFamily="34" charset="0"/>
        <a:buChar char="•"/>
        <a:defRPr sz="11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3" orient="horz" pos="2160">
          <p15:clr>
            <a:srgbClr val="F26B43"/>
          </p15:clr>
        </p15:guide>
        <p15:guide id="4" pos="3840">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9.jpeg"/><Relationship Id="rId2" Type="http://schemas.openxmlformats.org/officeDocument/2006/relationships/notesSlide" Target="../notesSlides/notesSlide2.xml"/><Relationship Id="rId1" Type="http://schemas.openxmlformats.org/officeDocument/2006/relationships/slideLayout" Target="../slideLayouts/slideLayout32.xml"/></Relationships>
</file>

<file path=ppt/slides/_rels/slide3.xml.rels><?xml version="1.0" encoding="UTF-8" standalone="yes"?>
<Relationships xmlns="http://schemas.openxmlformats.org/package/2006/relationships"><Relationship Id="rId3" Type="http://schemas.openxmlformats.org/officeDocument/2006/relationships/image" Target="../media/image19.jpeg"/><Relationship Id="rId2" Type="http://schemas.openxmlformats.org/officeDocument/2006/relationships/notesSlide" Target="../notesSlides/notesSlide3.xml"/><Relationship Id="rId1" Type="http://schemas.openxmlformats.org/officeDocument/2006/relationships/slideLayout" Target="../slideLayouts/slideLayout3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0.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0.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0.xml"/></Relationships>
</file>

<file path=ppt/slides/_rels/slide7.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7.xml"/><Relationship Id="rId1" Type="http://schemas.openxmlformats.org/officeDocument/2006/relationships/slideLayout" Target="../slideLayouts/slideLayout23.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21.jpeg"/><Relationship Id="rId2" Type="http://schemas.openxmlformats.org/officeDocument/2006/relationships/notesSlide" Target="../notesSlides/notesSlide9.xml"/><Relationship Id="rId1" Type="http://schemas.openxmlformats.org/officeDocument/2006/relationships/slideLayout" Target="../slideLayouts/slideLayout3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4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7FE7FE-8C34-4ECC-3DF9-4AB54C67E62A}"/>
              </a:ext>
            </a:extLst>
          </p:cNvPr>
          <p:cNvSpPr>
            <a:spLocks noGrp="1"/>
          </p:cNvSpPr>
          <p:nvPr>
            <p:ph type="ctrTitle"/>
          </p:nvPr>
        </p:nvSpPr>
        <p:spPr>
          <a:xfrm>
            <a:off x="431172" y="3425399"/>
            <a:ext cx="7685140" cy="2621154"/>
          </a:xfrm>
        </p:spPr>
        <p:txBody>
          <a:bodyPr anchor="b">
            <a:normAutofit/>
          </a:bodyPr>
          <a:lstStyle/>
          <a:p>
            <a:r>
              <a:rPr lang="en-US" sz="3600" dirty="0" err="1"/>
              <a:t>Sistem</a:t>
            </a:r>
            <a:r>
              <a:rPr lang="en-US" sz="3600" dirty="0"/>
              <a:t> </a:t>
            </a:r>
            <a:r>
              <a:rPr lang="en-US" sz="3600" dirty="0" err="1"/>
              <a:t>programari</a:t>
            </a:r>
            <a:r>
              <a:rPr lang="en-US" sz="3600" dirty="0"/>
              <a:t> </a:t>
            </a:r>
            <a:r>
              <a:rPr lang="en-US" sz="3600" dirty="0" err="1"/>
              <a:t>ghișeu</a:t>
            </a:r>
            <a:r>
              <a:rPr lang="en-US" sz="3600" dirty="0"/>
              <a:t> – MILESTONE 1</a:t>
            </a:r>
          </a:p>
        </p:txBody>
      </p:sp>
      <p:sp>
        <p:nvSpPr>
          <p:cNvPr id="3" name="Subtitle 2">
            <a:extLst>
              <a:ext uri="{FF2B5EF4-FFF2-40B4-BE49-F238E27FC236}">
                <a16:creationId xmlns:a16="http://schemas.microsoft.com/office/drawing/2014/main" id="{2B57DC78-E95D-36D8-37B4-954F760F5CAC}"/>
              </a:ext>
            </a:extLst>
          </p:cNvPr>
          <p:cNvSpPr>
            <a:spLocks noGrp="1"/>
          </p:cNvSpPr>
          <p:nvPr>
            <p:ph type="subTitle" idx="1"/>
          </p:nvPr>
        </p:nvSpPr>
        <p:spPr>
          <a:xfrm>
            <a:off x="431172" y="415057"/>
            <a:ext cx="9620504" cy="1414091"/>
          </a:xfrm>
        </p:spPr>
        <p:txBody>
          <a:bodyPr>
            <a:noAutofit/>
          </a:bodyPr>
          <a:lstStyle/>
          <a:p>
            <a:r>
              <a:rPr lang="en-US" sz="1200" dirty="0"/>
              <a:t>SASPS </a:t>
            </a:r>
          </a:p>
          <a:p>
            <a:pPr marL="171450" indent="-171450">
              <a:buFont typeface="Arial" panose="020B0604020202020204" pitchFamily="34" charset="0"/>
              <a:buChar char="•"/>
            </a:pPr>
            <a:r>
              <a:rPr lang="en-US" sz="1200" dirty="0"/>
              <a:t>Mihalcea Marius</a:t>
            </a:r>
          </a:p>
          <a:p>
            <a:pPr marL="171450" indent="-171450">
              <a:buFont typeface="Arial" panose="020B0604020202020204" pitchFamily="34" charset="0"/>
              <a:buChar char="•"/>
            </a:pPr>
            <a:r>
              <a:rPr lang="en-US" sz="1200" dirty="0" err="1"/>
              <a:t>Lebada</a:t>
            </a:r>
            <a:r>
              <a:rPr lang="en-US" sz="1200" dirty="0"/>
              <a:t> Daria-Cristiana</a:t>
            </a:r>
          </a:p>
          <a:p>
            <a:pPr marL="171450" indent="-171450">
              <a:buFont typeface="Arial" panose="020B0604020202020204" pitchFamily="34" charset="0"/>
              <a:buChar char="•"/>
            </a:pPr>
            <a:r>
              <a:rPr lang="en-US" sz="1200" dirty="0"/>
              <a:t>Dragomir Andrei-Mihai</a:t>
            </a:r>
          </a:p>
          <a:p>
            <a:br>
              <a:rPr lang="en-US" sz="1200" dirty="0"/>
            </a:br>
            <a:endParaRPr lang="en-GB" sz="1200" dirty="0"/>
          </a:p>
        </p:txBody>
      </p:sp>
      <p:sp>
        <p:nvSpPr>
          <p:cNvPr id="4" name="Date Placeholder 3">
            <a:extLst>
              <a:ext uri="{FF2B5EF4-FFF2-40B4-BE49-F238E27FC236}">
                <a16:creationId xmlns:a16="http://schemas.microsoft.com/office/drawing/2014/main" id="{EF5A6946-5301-9D71-C6E1-BE960FCED8D9}"/>
              </a:ext>
            </a:extLst>
          </p:cNvPr>
          <p:cNvSpPr>
            <a:spLocks noGrp="1"/>
          </p:cNvSpPr>
          <p:nvPr>
            <p:ph type="dt" sz="half" idx="10"/>
          </p:nvPr>
        </p:nvSpPr>
        <p:spPr>
          <a:xfrm>
            <a:off x="431172" y="6490524"/>
            <a:ext cx="2841959" cy="336141"/>
          </a:xfrm>
        </p:spPr>
        <p:txBody>
          <a:bodyPr anchor="ctr">
            <a:normAutofit/>
          </a:bodyPr>
          <a:lstStyle/>
          <a:p>
            <a:pPr>
              <a:spcAft>
                <a:spcPts val="600"/>
              </a:spcAft>
            </a:pPr>
            <a:fld id="{B04EF954-66B1-4168-AF40-97F3DAF43FC4}" type="datetime1">
              <a:rPr lang="en-US" smtClean="0"/>
              <a:pPr>
                <a:spcAft>
                  <a:spcPts val="600"/>
                </a:spcAft>
              </a:pPr>
              <a:t>11/17/2025</a:t>
            </a:fld>
            <a:endParaRPr lang="en-US"/>
          </a:p>
        </p:txBody>
      </p:sp>
      <p:sp>
        <p:nvSpPr>
          <p:cNvPr id="5" name="Footer Placeholder 4">
            <a:extLst>
              <a:ext uri="{FF2B5EF4-FFF2-40B4-BE49-F238E27FC236}">
                <a16:creationId xmlns:a16="http://schemas.microsoft.com/office/drawing/2014/main" id="{2F4FC20B-83C2-38BC-B6CF-0AABE699492C}"/>
              </a:ext>
            </a:extLst>
          </p:cNvPr>
          <p:cNvSpPr>
            <a:spLocks noGrp="1"/>
          </p:cNvSpPr>
          <p:nvPr>
            <p:ph type="ftr" sz="quarter" idx="11"/>
          </p:nvPr>
        </p:nvSpPr>
        <p:spPr>
          <a:xfrm>
            <a:off x="8893370" y="6490524"/>
            <a:ext cx="2662834" cy="336141"/>
          </a:xfrm>
        </p:spPr>
        <p:txBody>
          <a:bodyPr anchor="ctr">
            <a:normAutofit/>
          </a:bodyPr>
          <a:lstStyle/>
          <a:p>
            <a:pPr>
              <a:spcAft>
                <a:spcPts val="600"/>
              </a:spcAft>
            </a:pPr>
            <a:r>
              <a:rPr lang="en-US"/>
              <a:t>Sample Footer Text</a:t>
            </a:r>
          </a:p>
        </p:txBody>
      </p:sp>
      <p:sp>
        <p:nvSpPr>
          <p:cNvPr id="6" name="Slide Number Placeholder 5">
            <a:extLst>
              <a:ext uri="{FF2B5EF4-FFF2-40B4-BE49-F238E27FC236}">
                <a16:creationId xmlns:a16="http://schemas.microsoft.com/office/drawing/2014/main" id="{D045D028-EBE7-D999-830F-695590AF65C3}"/>
              </a:ext>
            </a:extLst>
          </p:cNvPr>
          <p:cNvSpPr>
            <a:spLocks noGrp="1"/>
          </p:cNvSpPr>
          <p:nvPr>
            <p:ph type="sldNum" sz="quarter" idx="12"/>
          </p:nvPr>
        </p:nvSpPr>
        <p:spPr>
          <a:xfrm>
            <a:off x="11648431" y="6490524"/>
            <a:ext cx="457200" cy="336141"/>
          </a:xfrm>
        </p:spPr>
        <p:txBody>
          <a:bodyPr anchor="ctr">
            <a:normAutofit/>
          </a:bodyPr>
          <a:lstStyle/>
          <a:p>
            <a:pPr>
              <a:spcAft>
                <a:spcPts val="600"/>
              </a:spcAft>
            </a:pPr>
            <a:fld id="{84C450F2-3BB4-4AE4-8A35-A9D7AEA4C850}" type="slidenum">
              <a:rPr lang="en-US" smtClean="0"/>
              <a:pPr>
                <a:spcAft>
                  <a:spcPts val="600"/>
                </a:spcAft>
              </a:pPr>
              <a:t>1</a:t>
            </a:fld>
            <a:endParaRPr lang="en-US"/>
          </a:p>
        </p:txBody>
      </p:sp>
    </p:spTree>
    <p:extLst>
      <p:ext uri="{BB962C8B-B14F-4D97-AF65-F5344CB8AC3E}">
        <p14:creationId xmlns:p14="http://schemas.microsoft.com/office/powerpoint/2010/main" val="16042983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par>
                                <p:cTn id="8" presetID="10" presetClass="entr" presetSubtype="0" fill="hold" grpId="0" nodeType="withEffect">
                                  <p:stCondLst>
                                    <p:cond delay="1000"/>
                                  </p:stCondLst>
                                  <p:iterate>
                                    <p:tmPct val="10000"/>
                                  </p:iterate>
                                  <p:childTnLst>
                                    <p:set>
                                      <p:cBhvr>
                                        <p:cTn id="9" dur="1" fill="hold">
                                          <p:stCondLst>
                                            <p:cond delay="0"/>
                                          </p:stCondLst>
                                        </p:cTn>
                                        <p:tgtEl>
                                          <p:spTgt spid="3">
                                            <p:txEl>
                                              <p:pRg st="0" end="0"/>
                                            </p:txEl>
                                          </p:spTgt>
                                        </p:tgtEl>
                                        <p:attrNameLst>
                                          <p:attrName>style.visibility</p:attrName>
                                        </p:attrNameLst>
                                      </p:cBhvr>
                                      <p:to>
                                        <p:strVal val="visible"/>
                                      </p:to>
                                    </p:set>
                                    <p:animEffect transition="in" filter="fade">
                                      <p:cBhvr>
                                        <p:cTn id="10" dur="700"/>
                                        <p:tgtEl>
                                          <p:spTgt spid="3">
                                            <p:txEl>
                                              <p:pRg st="0" end="0"/>
                                            </p:txEl>
                                          </p:spTgt>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1000"/>
                                  </p:stCondLst>
                                  <p:iterate>
                                    <p:tmPct val="10000"/>
                                  </p:iterate>
                                  <p:childTnLst>
                                    <p:set>
                                      <p:cBhvr>
                                        <p:cTn id="14" dur="1" fill="hold">
                                          <p:stCondLst>
                                            <p:cond delay="0"/>
                                          </p:stCondLst>
                                        </p:cTn>
                                        <p:tgtEl>
                                          <p:spTgt spid="3">
                                            <p:txEl>
                                              <p:pRg st="1" end="1"/>
                                            </p:txEl>
                                          </p:spTgt>
                                        </p:tgtEl>
                                        <p:attrNameLst>
                                          <p:attrName>style.visibility</p:attrName>
                                        </p:attrNameLst>
                                      </p:cBhvr>
                                      <p:to>
                                        <p:strVal val="visible"/>
                                      </p:to>
                                    </p:set>
                                    <p:animEffect transition="in" filter="fade">
                                      <p:cBhvr>
                                        <p:cTn id="15" dur="700"/>
                                        <p:tgtEl>
                                          <p:spTgt spid="3">
                                            <p:txEl>
                                              <p:pRg st="1" end="1"/>
                                            </p:txEl>
                                          </p:spTgt>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grpId="0" nodeType="clickEffect">
                                  <p:stCondLst>
                                    <p:cond delay="1000"/>
                                  </p:stCondLst>
                                  <p:iterate>
                                    <p:tmPct val="10000"/>
                                  </p:iterate>
                                  <p:childTnLst>
                                    <p:set>
                                      <p:cBhvr>
                                        <p:cTn id="19" dur="1" fill="hold">
                                          <p:stCondLst>
                                            <p:cond delay="0"/>
                                          </p:stCondLst>
                                        </p:cTn>
                                        <p:tgtEl>
                                          <p:spTgt spid="3">
                                            <p:txEl>
                                              <p:pRg st="2" end="2"/>
                                            </p:txEl>
                                          </p:spTgt>
                                        </p:tgtEl>
                                        <p:attrNameLst>
                                          <p:attrName>style.visibility</p:attrName>
                                        </p:attrNameLst>
                                      </p:cBhvr>
                                      <p:to>
                                        <p:strVal val="visible"/>
                                      </p:to>
                                    </p:set>
                                    <p:animEffect transition="in" filter="fade">
                                      <p:cBhvr>
                                        <p:cTn id="20" dur="700"/>
                                        <p:tgtEl>
                                          <p:spTgt spid="3">
                                            <p:txEl>
                                              <p:pRg st="2" end="2"/>
                                            </p:txEl>
                                          </p:spTgt>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grpId="0" nodeType="clickEffect">
                                  <p:stCondLst>
                                    <p:cond delay="1000"/>
                                  </p:stCondLst>
                                  <p:iterate>
                                    <p:tmPct val="10000"/>
                                  </p:iterate>
                                  <p:childTnLst>
                                    <p:set>
                                      <p:cBhvr>
                                        <p:cTn id="24" dur="1" fill="hold">
                                          <p:stCondLst>
                                            <p:cond delay="0"/>
                                          </p:stCondLst>
                                        </p:cTn>
                                        <p:tgtEl>
                                          <p:spTgt spid="3">
                                            <p:txEl>
                                              <p:pRg st="3" end="3"/>
                                            </p:txEl>
                                          </p:spTgt>
                                        </p:tgtEl>
                                        <p:attrNameLst>
                                          <p:attrName>style.visibility</p:attrName>
                                        </p:attrNameLst>
                                      </p:cBhvr>
                                      <p:to>
                                        <p:strVal val="visible"/>
                                      </p:to>
                                    </p:set>
                                    <p:animEffect transition="in" filter="fade">
                                      <p:cBhvr>
                                        <p:cTn id="25" dur="700"/>
                                        <p:tgtEl>
                                          <p:spTgt spid="3">
                                            <p:txEl>
                                              <p:pRg st="3" end="3"/>
                                            </p:txEl>
                                          </p:spTgt>
                                        </p:tgtEl>
                                      </p:cBhvr>
                                    </p:animEffect>
                                  </p:childTnLst>
                                </p:cTn>
                              </p:par>
                              <p:par>
                                <p:cTn id="26" presetID="10" presetClass="entr" presetSubtype="0" fill="hold" grpId="0" nodeType="withEffect">
                                  <p:stCondLst>
                                    <p:cond delay="1000"/>
                                  </p:stCondLst>
                                  <p:iterate>
                                    <p:tmPct val="10000"/>
                                  </p:iterate>
                                  <p:childTnLst>
                                    <p:set>
                                      <p:cBhvr>
                                        <p:cTn id="27" dur="1" fill="hold">
                                          <p:stCondLst>
                                            <p:cond delay="0"/>
                                          </p:stCondLst>
                                        </p:cTn>
                                        <p:tgtEl>
                                          <p:spTgt spid="3">
                                            <p:txEl>
                                              <p:pRg st="4" end="4"/>
                                            </p:txEl>
                                          </p:spTgt>
                                        </p:tgtEl>
                                        <p:attrNameLst>
                                          <p:attrName>style.visibility</p:attrName>
                                        </p:attrNameLst>
                                      </p:cBhvr>
                                      <p:to>
                                        <p:strVal val="visible"/>
                                      </p:to>
                                    </p:set>
                                    <p:animEffect transition="in" filter="fade">
                                      <p:cBhvr>
                                        <p:cTn id="28" dur="700"/>
                                        <p:tgtEl>
                                          <p:spTgt spid="3">
                                            <p:txEl>
                                              <p:pRg st="4" end="4"/>
                                            </p:txEl>
                                          </p:spTgt>
                                        </p:tgtEl>
                                      </p:cBhvr>
                                    </p:animEffect>
                                  </p:childTnLst>
                                </p:cTn>
                              </p:par>
                              <p:par>
                                <p:cTn id="29" presetID="42" presetClass="entr" presetSubtype="0" fill="hold" grpId="1" nodeType="withEffect">
                                  <p:stCondLst>
                                    <p:cond delay="250"/>
                                  </p:stCondLst>
                                  <p:iterate>
                                    <p:tmPct val="10000"/>
                                  </p:iterate>
                                  <p:childTnLst>
                                    <p:set>
                                      <p:cBhvr>
                                        <p:cTn id="30" dur="1" fill="hold">
                                          <p:stCondLst>
                                            <p:cond delay="0"/>
                                          </p:stCondLst>
                                        </p:cTn>
                                        <p:tgtEl>
                                          <p:spTgt spid="3"/>
                                        </p:tgtEl>
                                        <p:attrNameLst>
                                          <p:attrName>style.visibility</p:attrName>
                                        </p:attrNameLst>
                                      </p:cBhvr>
                                      <p:to>
                                        <p:strVal val="visible"/>
                                      </p:to>
                                    </p:set>
                                    <p:animEffect transition="in" filter="fade">
                                      <p:cBhvr>
                                        <p:cTn id="31" dur="250"/>
                                        <p:tgtEl>
                                          <p:spTgt spid="3"/>
                                        </p:tgtEl>
                                      </p:cBhvr>
                                    </p:animEffect>
                                    <p:anim calcmode="lin" valueType="num">
                                      <p:cBhvr>
                                        <p:cTn id="32" dur="250" fill="hold"/>
                                        <p:tgtEl>
                                          <p:spTgt spid="3"/>
                                        </p:tgtEl>
                                        <p:attrNameLst>
                                          <p:attrName>ppt_x</p:attrName>
                                        </p:attrNameLst>
                                      </p:cBhvr>
                                      <p:tavLst>
                                        <p:tav tm="0">
                                          <p:val>
                                            <p:strVal val="#ppt_x"/>
                                          </p:val>
                                        </p:tav>
                                        <p:tav tm="100000">
                                          <p:val>
                                            <p:strVal val="#ppt_x"/>
                                          </p:val>
                                        </p:tav>
                                      </p:tavLst>
                                    </p:anim>
                                    <p:anim calcmode="lin" valueType="num">
                                      <p:cBhvr>
                                        <p:cTn id="33" dur="250" fill="hold"/>
                                        <p:tgtEl>
                                          <p:spTgt spid="3"/>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build="p"/>
      <p:bldP spid="3" grpId="1"/>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8B0BE5-5AD4-ED9A-8847-2DE6F6B50F31}"/>
              </a:ext>
            </a:extLst>
          </p:cNvPr>
          <p:cNvSpPr>
            <a:spLocks noGrp="1"/>
          </p:cNvSpPr>
          <p:nvPr>
            <p:ph type="title"/>
          </p:nvPr>
        </p:nvSpPr>
        <p:spPr>
          <a:xfrm>
            <a:off x="429768" y="548639"/>
            <a:ext cx="4855464" cy="1453896"/>
          </a:xfrm>
        </p:spPr>
        <p:txBody>
          <a:bodyPr vert="horz" lIns="91440" tIns="45720" rIns="91440" bIns="45720" rtlCol="0" anchor="t">
            <a:normAutofit/>
          </a:bodyPr>
          <a:lstStyle/>
          <a:p>
            <a:r>
              <a:rPr lang="en-US" sz="2700" b="0" kern="1200" cap="all" baseline="0" dirty="0">
                <a:latin typeface="+mj-lt"/>
                <a:ea typeface="+mj-ea"/>
                <a:cs typeface="+mj-cs"/>
              </a:rPr>
              <a:t>Status </a:t>
            </a:r>
            <a:r>
              <a:rPr lang="en-US" sz="2700" b="0" kern="1200" cap="all" baseline="0" dirty="0" err="1">
                <a:latin typeface="+mj-lt"/>
                <a:ea typeface="+mj-ea"/>
                <a:cs typeface="+mj-cs"/>
              </a:rPr>
              <a:t>curent</a:t>
            </a:r>
            <a:endParaRPr lang="en-US" sz="2700" b="0" kern="1200" cap="all" baseline="0" dirty="0">
              <a:latin typeface="+mj-lt"/>
              <a:ea typeface="+mj-ea"/>
              <a:cs typeface="+mj-cs"/>
            </a:endParaRPr>
          </a:p>
        </p:txBody>
      </p:sp>
      <p:pic>
        <p:nvPicPr>
          <p:cNvPr id="7" name="Content Placeholder 6" descr="Abstract illustration of software architecture, code patterns, and collaboration among developers">
            <a:extLst>
              <a:ext uri="{FF2B5EF4-FFF2-40B4-BE49-F238E27FC236}">
                <a16:creationId xmlns:a16="http://schemas.microsoft.com/office/drawing/2014/main" id="{AFF56C43-4D61-4E13-91AE-72D6607E7B62}"/>
              </a:ext>
            </a:extLst>
          </p:cNvPr>
          <p:cNvPicPr>
            <a:picLocks noGrp="1" noChangeAspect="1"/>
          </p:cNvPicPr>
          <p:nvPr>
            <p:ph type="pic" sz="quarter" idx="15"/>
          </p:nvPr>
        </p:nvPicPr>
        <p:blipFill>
          <a:blip r:embed="rId3"/>
          <a:srcRect l="20067" r="2646" b="3"/>
          <a:stretch>
            <a:fillRect/>
          </a:stretch>
        </p:blipFill>
        <p:spPr>
          <a:xfrm>
            <a:off x="20" y="2293496"/>
            <a:ext cx="5285212" cy="4564504"/>
          </a:xfrm>
          <a:prstGeom prst="rect">
            <a:avLst/>
          </a:prstGeom>
          <a:noFill/>
        </p:spPr>
      </p:pic>
      <p:sp>
        <p:nvSpPr>
          <p:cNvPr id="8" name="TextBox 7">
            <a:extLst>
              <a:ext uri="{FF2B5EF4-FFF2-40B4-BE49-F238E27FC236}">
                <a16:creationId xmlns:a16="http://schemas.microsoft.com/office/drawing/2014/main" id="{1E495C17-1007-48CE-AFBD-88BCC18859A1}"/>
              </a:ext>
            </a:extLst>
          </p:cNvPr>
          <p:cNvSpPr txBox="1"/>
          <p:nvPr>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6096000" y="549275"/>
            <a:ext cx="5585925" cy="5783263"/>
          </a:xfrm>
          <a:prstGeom prst="rect">
            <a:avLst/>
          </a:prstGeom>
        </p:spPr>
        <p:txBody>
          <a:bodyPr>
            <a:normAutofit/>
          </a:bodyPr>
          <a:lstStyle/>
          <a:p>
            <a:r>
              <a:rPr lang="en-GB" b="1" dirty="0" err="1"/>
              <a:t>Implementare</a:t>
            </a:r>
            <a:r>
              <a:rPr lang="en-GB" b="1" dirty="0"/>
              <a:t> de </a:t>
            </a:r>
            <a:r>
              <a:rPr lang="en-GB" b="1" dirty="0" err="1"/>
              <a:t>bază</a:t>
            </a:r>
            <a:r>
              <a:rPr lang="en-GB" b="1" dirty="0"/>
              <a:t> cu </a:t>
            </a:r>
            <a:r>
              <a:rPr lang="en-GB" b="1" dirty="0" err="1"/>
              <a:t>controllere</a:t>
            </a:r>
            <a:r>
              <a:rPr lang="en-GB" b="1" dirty="0"/>
              <a:t> </a:t>
            </a:r>
            <a:r>
              <a:rPr lang="en-GB" b="1" dirty="0" err="1"/>
              <a:t>pentru</a:t>
            </a:r>
            <a:r>
              <a:rPr lang="en-GB" b="1" dirty="0"/>
              <a:t>:</a:t>
            </a:r>
          </a:p>
          <a:p>
            <a:endParaRPr lang="en-GB" b="1" dirty="0"/>
          </a:p>
          <a:p>
            <a:pPr marL="285750" indent="-285750">
              <a:buFont typeface="Arial" panose="020B0604020202020204" pitchFamily="34" charset="0"/>
              <a:buChar char="•"/>
            </a:pPr>
            <a:r>
              <a:rPr lang="en-GB" b="1" dirty="0" err="1"/>
              <a:t>AppointmentController</a:t>
            </a:r>
            <a:endParaRPr lang="en-GB" b="1" dirty="0"/>
          </a:p>
          <a:p>
            <a:r>
              <a:rPr lang="en-GB" dirty="0" err="1"/>
              <a:t>Creare</a:t>
            </a:r>
            <a:r>
              <a:rPr lang="en-GB" dirty="0"/>
              <a:t> </a:t>
            </a:r>
            <a:r>
              <a:rPr lang="en-GB" dirty="0" err="1"/>
              <a:t>și</a:t>
            </a:r>
            <a:r>
              <a:rPr lang="en-GB" dirty="0"/>
              <a:t> </a:t>
            </a:r>
            <a:r>
              <a:rPr lang="en-GB" dirty="0" err="1"/>
              <a:t>gestionare</a:t>
            </a:r>
            <a:r>
              <a:rPr lang="en-GB" dirty="0"/>
              <a:t> </a:t>
            </a:r>
            <a:r>
              <a:rPr lang="en-GB" dirty="0" err="1"/>
              <a:t>programări</a:t>
            </a:r>
            <a:endParaRPr lang="en-GB" dirty="0"/>
          </a:p>
          <a:p>
            <a:r>
              <a:rPr lang="en-GB" dirty="0" err="1"/>
              <a:t>Verificare</a:t>
            </a:r>
            <a:r>
              <a:rPr lang="en-GB" dirty="0"/>
              <a:t> </a:t>
            </a:r>
            <a:r>
              <a:rPr lang="en-GB" dirty="0" err="1"/>
              <a:t>disponibilitate</a:t>
            </a:r>
            <a:endParaRPr lang="en-GB" dirty="0"/>
          </a:p>
          <a:p>
            <a:r>
              <a:rPr lang="en-GB" dirty="0" err="1"/>
              <a:t>Statistici</a:t>
            </a:r>
            <a:r>
              <a:rPr lang="en-GB" dirty="0"/>
              <a:t> </a:t>
            </a:r>
            <a:r>
              <a:rPr lang="en-GB" dirty="0" err="1"/>
              <a:t>și</a:t>
            </a:r>
            <a:r>
              <a:rPr lang="en-GB" dirty="0"/>
              <a:t> </a:t>
            </a:r>
            <a:r>
              <a:rPr lang="en-GB" dirty="0" err="1"/>
              <a:t>raportare</a:t>
            </a:r>
            <a:endParaRPr lang="en-GB" dirty="0"/>
          </a:p>
          <a:p>
            <a:endParaRPr lang="en-GB" dirty="0"/>
          </a:p>
          <a:p>
            <a:pPr marL="285750" indent="-285750">
              <a:buFont typeface="Arial" panose="020B0604020202020204" pitchFamily="34" charset="0"/>
              <a:buChar char="•"/>
            </a:pPr>
            <a:r>
              <a:rPr lang="en-GB" b="1" dirty="0" err="1"/>
              <a:t>InstitutionController</a:t>
            </a:r>
            <a:endParaRPr lang="en-GB" b="1" dirty="0"/>
          </a:p>
          <a:p>
            <a:r>
              <a:rPr lang="en-GB" dirty="0"/>
              <a:t>CRUD </a:t>
            </a:r>
            <a:r>
              <a:rPr lang="en-GB" dirty="0" err="1"/>
              <a:t>operații</a:t>
            </a:r>
            <a:r>
              <a:rPr lang="en-GB" dirty="0"/>
              <a:t> </a:t>
            </a:r>
            <a:r>
              <a:rPr lang="en-GB" dirty="0" err="1"/>
              <a:t>pentru</a:t>
            </a:r>
            <a:r>
              <a:rPr lang="en-GB" dirty="0"/>
              <a:t> </a:t>
            </a:r>
            <a:r>
              <a:rPr lang="en-GB" dirty="0" err="1"/>
              <a:t>instituții</a:t>
            </a:r>
            <a:endParaRPr lang="en-GB" dirty="0"/>
          </a:p>
          <a:p>
            <a:r>
              <a:rPr lang="en-GB" dirty="0" err="1"/>
              <a:t>Gestionare</a:t>
            </a:r>
            <a:r>
              <a:rPr lang="en-GB" dirty="0"/>
              <a:t> </a:t>
            </a:r>
            <a:r>
              <a:rPr lang="en-GB" dirty="0" err="1"/>
              <a:t>tipuri</a:t>
            </a:r>
            <a:endParaRPr lang="en-GB" dirty="0"/>
          </a:p>
          <a:p>
            <a:endParaRPr lang="en-GB" dirty="0"/>
          </a:p>
          <a:p>
            <a:pPr marL="285750" indent="-285750">
              <a:buFont typeface="Arial" panose="020B0604020202020204" pitchFamily="34" charset="0"/>
              <a:buChar char="•"/>
            </a:pPr>
            <a:r>
              <a:rPr lang="en-GB" b="1" dirty="0" err="1"/>
              <a:t>UserController</a:t>
            </a:r>
            <a:endParaRPr lang="en-GB" b="1" dirty="0"/>
          </a:p>
          <a:p>
            <a:r>
              <a:rPr lang="en-GB" dirty="0" err="1"/>
              <a:t>Înregistrare</a:t>
            </a:r>
            <a:r>
              <a:rPr lang="en-GB" dirty="0"/>
              <a:t> </a:t>
            </a:r>
            <a:r>
              <a:rPr lang="en-GB" dirty="0" err="1"/>
              <a:t>și</a:t>
            </a:r>
            <a:r>
              <a:rPr lang="en-GB" dirty="0"/>
              <a:t> </a:t>
            </a:r>
            <a:r>
              <a:rPr lang="en-GB" dirty="0" err="1"/>
              <a:t>gestionare</a:t>
            </a:r>
            <a:r>
              <a:rPr lang="en-GB" dirty="0"/>
              <a:t> </a:t>
            </a:r>
            <a:r>
              <a:rPr lang="en-GB" dirty="0" err="1"/>
              <a:t>utilizatori</a:t>
            </a:r>
            <a:endParaRPr lang="en-GB" dirty="0"/>
          </a:p>
          <a:p>
            <a:r>
              <a:rPr lang="en-GB" dirty="0" err="1"/>
              <a:t>Istoric</a:t>
            </a:r>
            <a:r>
              <a:rPr lang="en-GB" dirty="0"/>
              <a:t> </a:t>
            </a:r>
            <a:r>
              <a:rPr lang="en-GB" dirty="0" err="1"/>
              <a:t>programări</a:t>
            </a:r>
            <a:r>
              <a:rPr lang="en-GB" dirty="0"/>
              <a:t> per client</a:t>
            </a:r>
          </a:p>
        </p:txBody>
      </p:sp>
      <p:sp>
        <p:nvSpPr>
          <p:cNvPr id="4" name="Date Placeholder 3">
            <a:extLst>
              <a:ext uri="{FF2B5EF4-FFF2-40B4-BE49-F238E27FC236}">
                <a16:creationId xmlns:a16="http://schemas.microsoft.com/office/drawing/2014/main" id="{7D79A447-3EFB-D6EE-25F7-A4D44ECC49F9}"/>
              </a:ext>
            </a:extLst>
          </p:cNvPr>
          <p:cNvSpPr>
            <a:spLocks noGrp="1"/>
          </p:cNvSpPr>
          <p:nvPr>
            <p:ph type="dt" sz="half" idx="10"/>
          </p:nvPr>
        </p:nvSpPr>
        <p:spPr>
          <a:xfrm>
            <a:off x="6096000" y="6492240"/>
            <a:ext cx="2651760" cy="338328"/>
          </a:xfrm>
        </p:spPr>
        <p:txBody>
          <a:bodyPr vert="horz" lIns="91440" tIns="45720" rIns="91440" bIns="45720" rtlCol="0" anchor="ctr">
            <a:normAutofit/>
          </a:bodyPr>
          <a:lstStyle/>
          <a:p>
            <a:pPr>
              <a:spcAft>
                <a:spcPts val="600"/>
              </a:spcAft>
            </a:pPr>
            <a:fld id="{FE21D4C7-8630-4B98-978C-30388BBD4EE8}" type="datetime1">
              <a:rPr lang="en-US" smtClean="0"/>
              <a:pPr>
                <a:spcAft>
                  <a:spcPts val="600"/>
                </a:spcAft>
              </a:pPr>
              <a:t>11/17/2025</a:t>
            </a:fld>
            <a:endParaRPr lang="en-US"/>
          </a:p>
        </p:txBody>
      </p:sp>
      <p:sp>
        <p:nvSpPr>
          <p:cNvPr id="5" name="Footer Placeholder 4">
            <a:extLst>
              <a:ext uri="{FF2B5EF4-FFF2-40B4-BE49-F238E27FC236}">
                <a16:creationId xmlns:a16="http://schemas.microsoft.com/office/drawing/2014/main" id="{A39D1442-60DD-B75F-B8DE-FA1D8627961C}"/>
              </a:ext>
            </a:extLst>
          </p:cNvPr>
          <p:cNvSpPr>
            <a:spLocks noGrp="1"/>
          </p:cNvSpPr>
          <p:nvPr>
            <p:ph type="ftr" sz="quarter" idx="11"/>
          </p:nvPr>
        </p:nvSpPr>
        <p:spPr>
          <a:xfrm>
            <a:off x="8893370" y="6490524"/>
            <a:ext cx="2662834" cy="336141"/>
          </a:xfrm>
        </p:spPr>
        <p:txBody>
          <a:bodyPr vert="horz" lIns="91440" tIns="45720" rIns="91440" bIns="45720" rtlCol="0" anchor="ctr">
            <a:normAutofit/>
          </a:bodyPr>
          <a:lstStyle/>
          <a:p>
            <a:pPr>
              <a:spcAft>
                <a:spcPts val="600"/>
              </a:spcAft>
            </a:pPr>
            <a:r>
              <a:rPr lang="en-US" kern="1200">
                <a:latin typeface="+mn-lt"/>
                <a:ea typeface="+mn-ea"/>
                <a:cs typeface="+mn-cs"/>
              </a:rPr>
              <a:t>Sample Footer Text</a:t>
            </a:r>
          </a:p>
        </p:txBody>
      </p:sp>
      <p:sp>
        <p:nvSpPr>
          <p:cNvPr id="6" name="Slide Number Placeholder 5">
            <a:extLst>
              <a:ext uri="{FF2B5EF4-FFF2-40B4-BE49-F238E27FC236}">
                <a16:creationId xmlns:a16="http://schemas.microsoft.com/office/drawing/2014/main" id="{3629AE37-D6B8-D189-654F-EEBC76FEDD0A}"/>
              </a:ext>
            </a:extLst>
          </p:cNvPr>
          <p:cNvSpPr>
            <a:spLocks noGrp="1"/>
          </p:cNvSpPr>
          <p:nvPr>
            <p:ph type="sldNum" sz="quarter" idx="12"/>
          </p:nvPr>
        </p:nvSpPr>
        <p:spPr>
          <a:xfrm>
            <a:off x="11648431" y="6490524"/>
            <a:ext cx="457200" cy="336141"/>
          </a:xfrm>
        </p:spPr>
        <p:txBody>
          <a:bodyPr vert="horz" lIns="91440" tIns="45720" rIns="91440" bIns="45720" rtlCol="0" anchor="ctr">
            <a:normAutofit/>
          </a:bodyPr>
          <a:lstStyle/>
          <a:p>
            <a:pPr>
              <a:spcAft>
                <a:spcPts val="600"/>
              </a:spcAft>
            </a:pPr>
            <a:fld id="{84C450F2-3BB4-4AE4-8A35-A9D7AEA4C850}" type="slidenum">
              <a:rPr lang="en-US" smtClean="0"/>
              <a:pPr>
                <a:spcAft>
                  <a:spcPts val="600"/>
                </a:spcAft>
              </a:pPr>
              <a:t>2</a:t>
            </a:fld>
            <a:endParaRPr lang="en-US"/>
          </a:p>
        </p:txBody>
      </p:sp>
    </p:spTree>
    <p:extLst>
      <p:ext uri="{BB962C8B-B14F-4D97-AF65-F5344CB8AC3E}">
        <p14:creationId xmlns:p14="http://schemas.microsoft.com/office/powerpoint/2010/main" val="3096644566"/>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250"/>
                                  </p:stCondLst>
                                  <p:iterate>
                                    <p:tmPct val="10000"/>
                                  </p:iterate>
                                  <p:childTnLst>
                                    <p:set>
                                      <p:cBhvr>
                                        <p:cTn id="6" dur="1" fill="hold">
                                          <p:stCondLst>
                                            <p:cond delay="0"/>
                                          </p:stCondLst>
                                        </p:cTn>
                                        <p:tgtEl>
                                          <p:spTgt spid="8"/>
                                        </p:tgtEl>
                                        <p:attrNameLst>
                                          <p:attrName>style.visibility</p:attrName>
                                        </p:attrNameLst>
                                      </p:cBhvr>
                                      <p:to>
                                        <p:strVal val="visible"/>
                                      </p:to>
                                    </p:set>
                                    <p:animEffect transition="in" filter="fade">
                                      <p:cBhvr>
                                        <p:cTn id="7" dur="250"/>
                                        <p:tgtEl>
                                          <p:spTgt spid="8"/>
                                        </p:tgtEl>
                                      </p:cBhvr>
                                    </p:animEffect>
                                    <p:anim calcmode="lin" valueType="num">
                                      <p:cBhvr>
                                        <p:cTn id="8" dur="250" fill="hold"/>
                                        <p:tgtEl>
                                          <p:spTgt spid="8"/>
                                        </p:tgtEl>
                                        <p:attrNameLst>
                                          <p:attrName>ppt_x</p:attrName>
                                        </p:attrNameLst>
                                      </p:cBhvr>
                                      <p:tavLst>
                                        <p:tav tm="0">
                                          <p:val>
                                            <p:strVal val="#ppt_x"/>
                                          </p:val>
                                        </p:tav>
                                        <p:tav tm="100000">
                                          <p:val>
                                            <p:strVal val="#ppt_x"/>
                                          </p:val>
                                        </p:tav>
                                      </p:tavLst>
                                    </p:anim>
                                    <p:anim calcmode="lin" valueType="num">
                                      <p:cBhvr>
                                        <p:cTn id="9" dur="25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68A829-5A2E-085C-239D-31835728C1E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7D17B7D-9A4B-B788-9AF0-222F6E13CCD4}"/>
              </a:ext>
            </a:extLst>
          </p:cNvPr>
          <p:cNvSpPr>
            <a:spLocks noGrp="1"/>
          </p:cNvSpPr>
          <p:nvPr>
            <p:ph type="title"/>
          </p:nvPr>
        </p:nvSpPr>
        <p:spPr>
          <a:xfrm>
            <a:off x="429768" y="548639"/>
            <a:ext cx="4855464" cy="1453896"/>
          </a:xfrm>
        </p:spPr>
        <p:txBody>
          <a:bodyPr vert="horz" lIns="91440" tIns="45720" rIns="91440" bIns="45720" rtlCol="0" anchor="t">
            <a:normAutofit/>
          </a:bodyPr>
          <a:lstStyle/>
          <a:p>
            <a:r>
              <a:rPr lang="en-US" sz="2700" b="0" kern="1200" cap="all" baseline="0" dirty="0">
                <a:latin typeface="+mj-lt"/>
                <a:ea typeface="+mj-ea"/>
                <a:cs typeface="+mj-cs"/>
              </a:rPr>
              <a:t>Status </a:t>
            </a:r>
            <a:r>
              <a:rPr lang="en-US" sz="2700" b="0" kern="1200" cap="all" baseline="0" dirty="0" err="1">
                <a:latin typeface="+mj-lt"/>
                <a:ea typeface="+mj-ea"/>
                <a:cs typeface="+mj-cs"/>
              </a:rPr>
              <a:t>curent</a:t>
            </a:r>
            <a:endParaRPr lang="en-US" sz="2700" b="0" kern="1200" cap="all" baseline="0" dirty="0">
              <a:latin typeface="+mj-lt"/>
              <a:ea typeface="+mj-ea"/>
              <a:cs typeface="+mj-cs"/>
            </a:endParaRPr>
          </a:p>
        </p:txBody>
      </p:sp>
      <p:pic>
        <p:nvPicPr>
          <p:cNvPr id="7" name="Content Placeholder 6" descr="Abstract illustration of software architecture, code patterns, and collaboration among developers">
            <a:extLst>
              <a:ext uri="{FF2B5EF4-FFF2-40B4-BE49-F238E27FC236}">
                <a16:creationId xmlns:a16="http://schemas.microsoft.com/office/drawing/2014/main" id="{CC69DE8A-6C5D-FD3E-2AFE-D281412BB40C}"/>
              </a:ext>
            </a:extLst>
          </p:cNvPr>
          <p:cNvPicPr>
            <a:picLocks noGrp="1" noChangeAspect="1"/>
          </p:cNvPicPr>
          <p:nvPr>
            <p:ph type="pic" sz="quarter" idx="15"/>
          </p:nvPr>
        </p:nvPicPr>
        <p:blipFill>
          <a:blip r:embed="rId3"/>
          <a:srcRect l="20067" r="2646" b="3"/>
          <a:stretch>
            <a:fillRect/>
          </a:stretch>
        </p:blipFill>
        <p:spPr>
          <a:xfrm>
            <a:off x="20" y="2293496"/>
            <a:ext cx="5285212" cy="4564504"/>
          </a:xfrm>
          <a:prstGeom prst="rect">
            <a:avLst/>
          </a:prstGeom>
          <a:noFill/>
        </p:spPr>
      </p:pic>
      <p:sp>
        <p:nvSpPr>
          <p:cNvPr id="8" name="TextBox 7">
            <a:extLst>
              <a:ext uri="{FF2B5EF4-FFF2-40B4-BE49-F238E27FC236}">
                <a16:creationId xmlns:a16="http://schemas.microsoft.com/office/drawing/2014/main" id="{FD4B0079-E929-813F-30D3-7A855B9AF2EA}"/>
              </a:ext>
            </a:extLst>
          </p:cNvPr>
          <p:cNvSpPr txBox="1"/>
          <p:nvPr>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5708592" y="549275"/>
            <a:ext cx="6195700" cy="5783263"/>
          </a:xfrm>
          <a:prstGeom prst="rect">
            <a:avLst/>
          </a:prstGeom>
        </p:spPr>
        <p:txBody>
          <a:bodyPr>
            <a:normAutofit/>
          </a:bodyPr>
          <a:lstStyle/>
          <a:p>
            <a:endParaRPr lang="en-GB" b="1" dirty="0"/>
          </a:p>
          <a:p>
            <a:r>
              <a:rPr lang="en-GB" b="1" dirty="0"/>
              <a:t>PostgreSQL Database</a:t>
            </a:r>
          </a:p>
          <a:p>
            <a:pPr marL="285750" indent="-285750">
              <a:buFont typeface="Arial" panose="020B0604020202020204" pitchFamily="34" charset="0"/>
              <a:buChar char="•"/>
            </a:pPr>
            <a:r>
              <a:rPr lang="en-GB" dirty="0" err="1">
                <a:effectLst/>
              </a:rPr>
              <a:t>Persistență</a:t>
            </a:r>
            <a:r>
              <a:rPr lang="en-GB" dirty="0">
                <a:effectLst/>
              </a:rPr>
              <a:t> </a:t>
            </a:r>
            <a:r>
              <a:rPr lang="en-GB" dirty="0" err="1">
                <a:effectLst/>
              </a:rPr>
              <a:t>robustă</a:t>
            </a:r>
            <a:r>
              <a:rPr lang="en-GB" dirty="0">
                <a:effectLst/>
              </a:rPr>
              <a:t> </a:t>
            </a:r>
            <a:r>
              <a:rPr lang="en-GB" dirty="0" err="1">
                <a:effectLst/>
              </a:rPr>
              <a:t>pentru</a:t>
            </a:r>
            <a:r>
              <a:rPr lang="en-GB" dirty="0">
                <a:effectLst/>
              </a:rPr>
              <a:t> </a:t>
            </a:r>
            <a:r>
              <a:rPr lang="en-GB" dirty="0" err="1">
                <a:effectLst/>
              </a:rPr>
              <a:t>programări</a:t>
            </a:r>
            <a:r>
              <a:rPr lang="en-GB" dirty="0">
                <a:effectLst/>
              </a:rPr>
              <a:t> </a:t>
            </a:r>
            <a:r>
              <a:rPr lang="en-GB" dirty="0" err="1">
                <a:effectLst/>
              </a:rPr>
              <a:t>și</a:t>
            </a:r>
            <a:r>
              <a:rPr lang="en-GB" dirty="0">
                <a:effectLst/>
              </a:rPr>
              <a:t> </a:t>
            </a:r>
            <a:r>
              <a:rPr lang="en-GB" dirty="0" err="1">
                <a:effectLst/>
              </a:rPr>
              <a:t>utilizatori</a:t>
            </a:r>
            <a:endParaRPr lang="en-GB" dirty="0">
              <a:effectLst/>
            </a:endParaRPr>
          </a:p>
          <a:p>
            <a:pPr marL="285750" indent="-285750">
              <a:buFont typeface="Arial" panose="020B0604020202020204" pitchFamily="34" charset="0"/>
              <a:buChar char="•"/>
            </a:pPr>
            <a:r>
              <a:rPr lang="en-GB" dirty="0" err="1">
                <a:effectLst/>
              </a:rPr>
              <a:t>Relații</a:t>
            </a:r>
            <a:r>
              <a:rPr lang="en-GB" dirty="0">
                <a:effectLst/>
              </a:rPr>
              <a:t> </a:t>
            </a:r>
            <a:r>
              <a:rPr lang="en-GB" dirty="0" err="1">
                <a:effectLst/>
              </a:rPr>
              <a:t>între</a:t>
            </a:r>
            <a:r>
              <a:rPr lang="en-GB" dirty="0">
                <a:effectLst/>
              </a:rPr>
              <a:t> </a:t>
            </a:r>
            <a:r>
              <a:rPr lang="en-GB" dirty="0" err="1">
                <a:effectLst/>
              </a:rPr>
              <a:t>entități</a:t>
            </a:r>
            <a:r>
              <a:rPr lang="en-GB" dirty="0">
                <a:effectLst/>
              </a:rPr>
              <a:t> (User - Appointment - Institution)</a:t>
            </a:r>
          </a:p>
          <a:p>
            <a:endParaRPr lang="en-GB" dirty="0">
              <a:effectLst/>
            </a:endParaRPr>
          </a:p>
          <a:p>
            <a:r>
              <a:rPr lang="en-GB" b="1" dirty="0">
                <a:effectLst/>
              </a:rPr>
              <a:t>Volume </a:t>
            </a:r>
            <a:r>
              <a:rPr lang="en-GB" b="1" dirty="0" err="1">
                <a:effectLst/>
              </a:rPr>
              <a:t>persistente</a:t>
            </a:r>
            <a:r>
              <a:rPr lang="en-GB" dirty="0">
                <a:effectLst/>
              </a:rPr>
              <a:t> </a:t>
            </a:r>
            <a:r>
              <a:rPr lang="en-GB" dirty="0" err="1">
                <a:effectLst/>
              </a:rPr>
              <a:t>pentru</a:t>
            </a:r>
            <a:r>
              <a:rPr lang="en-GB" dirty="0">
                <a:effectLst/>
              </a:rPr>
              <a:t> </a:t>
            </a:r>
            <a:r>
              <a:rPr lang="en-GB" dirty="0" err="1">
                <a:effectLst/>
              </a:rPr>
              <a:t>păstrarea</a:t>
            </a:r>
            <a:r>
              <a:rPr lang="en-GB" dirty="0">
                <a:effectLst/>
              </a:rPr>
              <a:t> </a:t>
            </a:r>
            <a:r>
              <a:rPr lang="en-GB" dirty="0" err="1">
                <a:effectLst/>
              </a:rPr>
              <a:t>datelor</a:t>
            </a:r>
            <a:endParaRPr lang="en-GB" dirty="0">
              <a:effectLst/>
            </a:endParaRPr>
          </a:p>
          <a:p>
            <a:pPr marL="285750" indent="-285750">
              <a:buFont typeface="Arial" panose="020B0604020202020204" pitchFamily="34" charset="0"/>
              <a:buChar char="•"/>
            </a:pPr>
            <a:r>
              <a:rPr lang="en-GB" dirty="0"/>
              <a:t>SonarQube </a:t>
            </a:r>
            <a:r>
              <a:rPr lang="en-GB" dirty="0" err="1"/>
              <a:t>pentru</a:t>
            </a:r>
            <a:r>
              <a:rPr lang="en-GB" dirty="0"/>
              <a:t> Quality Analysis</a:t>
            </a:r>
          </a:p>
          <a:p>
            <a:pPr marL="285750" indent="-285750">
              <a:buFont typeface="Arial" panose="020B0604020202020204" pitchFamily="34" charset="0"/>
              <a:buChar char="•"/>
            </a:pPr>
            <a:r>
              <a:rPr lang="en-GB" dirty="0">
                <a:effectLst/>
              </a:rPr>
              <a:t>Analiza </a:t>
            </a:r>
            <a:r>
              <a:rPr lang="en-GB" dirty="0" err="1">
                <a:effectLst/>
              </a:rPr>
              <a:t>calității</a:t>
            </a:r>
            <a:r>
              <a:rPr lang="en-GB" dirty="0">
                <a:effectLst/>
              </a:rPr>
              <a:t> </a:t>
            </a:r>
            <a:r>
              <a:rPr lang="en-GB" dirty="0" err="1">
                <a:effectLst/>
              </a:rPr>
              <a:t>codului</a:t>
            </a:r>
            <a:r>
              <a:rPr lang="en-GB" dirty="0">
                <a:effectLst/>
              </a:rPr>
              <a:t> </a:t>
            </a:r>
            <a:r>
              <a:rPr lang="en-GB" dirty="0" err="1">
                <a:effectLst/>
              </a:rPr>
              <a:t>în</a:t>
            </a:r>
            <a:r>
              <a:rPr lang="en-GB" dirty="0">
                <a:effectLst/>
              </a:rPr>
              <a:t> </a:t>
            </a:r>
            <a:r>
              <a:rPr lang="en-GB" dirty="0" err="1">
                <a:effectLst/>
              </a:rPr>
              <a:t>timp</a:t>
            </a:r>
            <a:r>
              <a:rPr lang="en-GB" dirty="0">
                <a:effectLst/>
              </a:rPr>
              <a:t> real</a:t>
            </a:r>
          </a:p>
          <a:p>
            <a:pPr marL="285750" indent="-285750">
              <a:buFont typeface="Arial" panose="020B0604020202020204" pitchFamily="34" charset="0"/>
              <a:buChar char="•"/>
            </a:pPr>
            <a:r>
              <a:rPr lang="en-GB" dirty="0" err="1">
                <a:effectLst/>
              </a:rPr>
              <a:t>Metrici</a:t>
            </a:r>
            <a:r>
              <a:rPr lang="en-GB" dirty="0">
                <a:effectLst/>
              </a:rPr>
              <a:t> automate: complexity, duplications, maintainability</a:t>
            </a:r>
          </a:p>
          <a:p>
            <a:pPr marL="285750" indent="-285750">
              <a:buFont typeface="Arial" panose="020B0604020202020204" pitchFamily="34" charset="0"/>
              <a:buChar char="•"/>
            </a:pPr>
            <a:endParaRPr lang="en-GB" dirty="0">
              <a:effectLst/>
            </a:endParaRPr>
          </a:p>
          <a:p>
            <a:r>
              <a:rPr lang="en-GB" b="1" dirty="0" err="1"/>
              <a:t>Containerizare</a:t>
            </a:r>
            <a:r>
              <a:rPr lang="en-GB" b="1" dirty="0"/>
              <a:t> </a:t>
            </a:r>
            <a:r>
              <a:rPr lang="en-GB" b="1" dirty="0" err="1"/>
              <a:t>completă</a:t>
            </a:r>
            <a:endParaRPr lang="en-GB" b="1" dirty="0"/>
          </a:p>
          <a:p>
            <a:br>
              <a:rPr lang="en-GB" dirty="0"/>
            </a:br>
            <a:endParaRPr lang="en-GB" dirty="0"/>
          </a:p>
        </p:txBody>
      </p:sp>
      <p:sp>
        <p:nvSpPr>
          <p:cNvPr id="4" name="Date Placeholder 3">
            <a:extLst>
              <a:ext uri="{FF2B5EF4-FFF2-40B4-BE49-F238E27FC236}">
                <a16:creationId xmlns:a16="http://schemas.microsoft.com/office/drawing/2014/main" id="{76245C75-87E0-0DB1-B6DC-6A2DEA60B2B7}"/>
              </a:ext>
            </a:extLst>
          </p:cNvPr>
          <p:cNvSpPr>
            <a:spLocks noGrp="1"/>
          </p:cNvSpPr>
          <p:nvPr>
            <p:ph type="dt" sz="half" idx="10"/>
          </p:nvPr>
        </p:nvSpPr>
        <p:spPr>
          <a:xfrm>
            <a:off x="6096000" y="6492240"/>
            <a:ext cx="2651760" cy="338328"/>
          </a:xfrm>
        </p:spPr>
        <p:txBody>
          <a:bodyPr vert="horz" lIns="91440" tIns="45720" rIns="91440" bIns="45720" rtlCol="0" anchor="ctr">
            <a:normAutofit/>
          </a:bodyPr>
          <a:lstStyle/>
          <a:p>
            <a:pPr>
              <a:spcAft>
                <a:spcPts val="600"/>
              </a:spcAft>
            </a:pPr>
            <a:fld id="{FE21D4C7-8630-4B98-978C-30388BBD4EE8}" type="datetime1">
              <a:rPr lang="en-US" smtClean="0"/>
              <a:pPr>
                <a:spcAft>
                  <a:spcPts val="600"/>
                </a:spcAft>
              </a:pPr>
              <a:t>11/17/2025</a:t>
            </a:fld>
            <a:endParaRPr lang="en-US"/>
          </a:p>
        </p:txBody>
      </p:sp>
      <p:sp>
        <p:nvSpPr>
          <p:cNvPr id="5" name="Footer Placeholder 4">
            <a:extLst>
              <a:ext uri="{FF2B5EF4-FFF2-40B4-BE49-F238E27FC236}">
                <a16:creationId xmlns:a16="http://schemas.microsoft.com/office/drawing/2014/main" id="{E48A3295-5613-6F66-9A51-30353B40E152}"/>
              </a:ext>
            </a:extLst>
          </p:cNvPr>
          <p:cNvSpPr>
            <a:spLocks noGrp="1"/>
          </p:cNvSpPr>
          <p:nvPr>
            <p:ph type="ftr" sz="quarter" idx="11"/>
          </p:nvPr>
        </p:nvSpPr>
        <p:spPr>
          <a:xfrm>
            <a:off x="8893370" y="6490524"/>
            <a:ext cx="2662834" cy="336141"/>
          </a:xfrm>
        </p:spPr>
        <p:txBody>
          <a:bodyPr vert="horz" lIns="91440" tIns="45720" rIns="91440" bIns="45720" rtlCol="0" anchor="ctr">
            <a:normAutofit/>
          </a:bodyPr>
          <a:lstStyle/>
          <a:p>
            <a:pPr>
              <a:spcAft>
                <a:spcPts val="600"/>
              </a:spcAft>
            </a:pPr>
            <a:r>
              <a:rPr lang="en-US" kern="1200">
                <a:latin typeface="+mn-lt"/>
                <a:ea typeface="+mn-ea"/>
                <a:cs typeface="+mn-cs"/>
              </a:rPr>
              <a:t>Sample Footer Text</a:t>
            </a:r>
          </a:p>
        </p:txBody>
      </p:sp>
      <p:sp>
        <p:nvSpPr>
          <p:cNvPr id="6" name="Slide Number Placeholder 5">
            <a:extLst>
              <a:ext uri="{FF2B5EF4-FFF2-40B4-BE49-F238E27FC236}">
                <a16:creationId xmlns:a16="http://schemas.microsoft.com/office/drawing/2014/main" id="{4D754BC9-2E57-824A-9916-5BC1B919458B}"/>
              </a:ext>
            </a:extLst>
          </p:cNvPr>
          <p:cNvSpPr>
            <a:spLocks noGrp="1"/>
          </p:cNvSpPr>
          <p:nvPr>
            <p:ph type="sldNum" sz="quarter" idx="12"/>
          </p:nvPr>
        </p:nvSpPr>
        <p:spPr>
          <a:xfrm>
            <a:off x="11648431" y="6490524"/>
            <a:ext cx="457200" cy="336141"/>
          </a:xfrm>
        </p:spPr>
        <p:txBody>
          <a:bodyPr vert="horz" lIns="91440" tIns="45720" rIns="91440" bIns="45720" rtlCol="0" anchor="ctr">
            <a:normAutofit/>
          </a:bodyPr>
          <a:lstStyle/>
          <a:p>
            <a:pPr>
              <a:spcAft>
                <a:spcPts val="600"/>
              </a:spcAft>
            </a:pPr>
            <a:fld id="{84C450F2-3BB4-4AE4-8A35-A9D7AEA4C850}" type="slidenum">
              <a:rPr lang="en-US" smtClean="0"/>
              <a:pPr>
                <a:spcAft>
                  <a:spcPts val="600"/>
                </a:spcAft>
              </a:pPr>
              <a:t>3</a:t>
            </a:fld>
            <a:endParaRPr lang="en-US"/>
          </a:p>
        </p:txBody>
      </p:sp>
    </p:spTree>
    <p:extLst>
      <p:ext uri="{BB962C8B-B14F-4D97-AF65-F5344CB8AC3E}">
        <p14:creationId xmlns:p14="http://schemas.microsoft.com/office/powerpoint/2010/main" val="1295856962"/>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250"/>
                                  </p:stCondLst>
                                  <p:iterate>
                                    <p:tmPct val="10000"/>
                                  </p:iterate>
                                  <p:childTnLst>
                                    <p:set>
                                      <p:cBhvr>
                                        <p:cTn id="6" dur="1" fill="hold">
                                          <p:stCondLst>
                                            <p:cond delay="0"/>
                                          </p:stCondLst>
                                        </p:cTn>
                                        <p:tgtEl>
                                          <p:spTgt spid="8"/>
                                        </p:tgtEl>
                                        <p:attrNameLst>
                                          <p:attrName>style.visibility</p:attrName>
                                        </p:attrNameLst>
                                      </p:cBhvr>
                                      <p:to>
                                        <p:strVal val="visible"/>
                                      </p:to>
                                    </p:set>
                                    <p:animEffect transition="in" filter="fade">
                                      <p:cBhvr>
                                        <p:cTn id="7" dur="250"/>
                                        <p:tgtEl>
                                          <p:spTgt spid="8"/>
                                        </p:tgtEl>
                                      </p:cBhvr>
                                    </p:animEffect>
                                    <p:anim calcmode="lin" valueType="num">
                                      <p:cBhvr>
                                        <p:cTn id="8" dur="250" fill="hold"/>
                                        <p:tgtEl>
                                          <p:spTgt spid="8"/>
                                        </p:tgtEl>
                                        <p:attrNameLst>
                                          <p:attrName>ppt_x</p:attrName>
                                        </p:attrNameLst>
                                      </p:cBhvr>
                                      <p:tavLst>
                                        <p:tav tm="0">
                                          <p:val>
                                            <p:strVal val="#ppt_x"/>
                                          </p:val>
                                        </p:tav>
                                        <p:tav tm="100000">
                                          <p:val>
                                            <p:strVal val="#ppt_x"/>
                                          </p:val>
                                        </p:tav>
                                      </p:tavLst>
                                    </p:anim>
                                    <p:anim calcmode="lin" valueType="num">
                                      <p:cBhvr>
                                        <p:cTn id="9" dur="25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55DACD-D4E9-D868-10B7-B7464C26502C}"/>
              </a:ext>
            </a:extLst>
          </p:cNvPr>
          <p:cNvSpPr>
            <a:spLocks noGrp="1"/>
          </p:cNvSpPr>
          <p:nvPr>
            <p:ph type="title"/>
          </p:nvPr>
        </p:nvSpPr>
        <p:spPr>
          <a:xfrm>
            <a:off x="544366" y="176214"/>
            <a:ext cx="5249683" cy="1507307"/>
          </a:xfrm>
        </p:spPr>
        <p:txBody>
          <a:bodyPr vert="horz" lIns="91440" tIns="45720" rIns="91440" bIns="45720" rtlCol="0" anchor="b">
            <a:normAutofit/>
          </a:bodyPr>
          <a:lstStyle/>
          <a:p>
            <a:r>
              <a:rPr lang="en-US" sz="2700" b="0" kern="1200" cap="all" baseline="0" dirty="0" err="1">
                <a:latin typeface="+mj-lt"/>
                <a:ea typeface="+mj-ea"/>
                <a:cs typeface="+mj-cs"/>
              </a:rPr>
              <a:t>Lipsa</a:t>
            </a:r>
            <a:r>
              <a:rPr lang="en-US" sz="2700" b="0" kern="1200" cap="all" baseline="0" dirty="0">
                <a:latin typeface="+mj-lt"/>
                <a:ea typeface="+mj-ea"/>
                <a:cs typeface="+mj-cs"/>
              </a:rPr>
              <a:t> design patterns</a:t>
            </a:r>
            <a:br>
              <a:rPr lang="en-US" sz="2700" b="0" kern="1200" cap="all" baseline="0" dirty="0">
                <a:latin typeface="+mj-lt"/>
                <a:ea typeface="+mj-ea"/>
                <a:cs typeface="+mj-cs"/>
              </a:rPr>
            </a:br>
            <a:br>
              <a:rPr lang="en-US" sz="2700" b="0" kern="1200" cap="all" baseline="0" dirty="0">
                <a:latin typeface="+mj-lt"/>
                <a:ea typeface="+mj-ea"/>
                <a:cs typeface="+mj-cs"/>
              </a:rPr>
            </a:br>
            <a:endParaRPr lang="en-US" sz="2700" b="0" kern="1200" cap="all" baseline="0" dirty="0">
              <a:latin typeface="+mj-lt"/>
              <a:ea typeface="+mj-ea"/>
              <a:cs typeface="+mj-cs"/>
            </a:endParaRPr>
          </a:p>
        </p:txBody>
      </p:sp>
      <p:sp>
        <p:nvSpPr>
          <p:cNvPr id="8" name="TextBox 7">
            <a:extLst>
              <a:ext uri="{FF2B5EF4-FFF2-40B4-BE49-F238E27FC236}">
                <a16:creationId xmlns:a16="http://schemas.microsoft.com/office/drawing/2014/main" id="{DC6691B0-7341-49BF-89C9-F8A2CB47CC65}"/>
              </a:ext>
            </a:extLst>
          </p:cNvPr>
          <p:cNvSpPr txBox="1"/>
          <p:nvPr>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8321040" y="2276856"/>
            <a:ext cx="3401568" cy="4041648"/>
          </a:xfrm>
          <a:prstGeom prst="rect">
            <a:avLst/>
          </a:prstGeom>
        </p:spPr>
        <p:txBody>
          <a:bodyPr>
            <a:normAutofit/>
          </a:bodyPr>
          <a:lstStyle/>
          <a:p>
            <a:pPr marL="0" indent="0">
              <a:lnSpc>
                <a:spcPct val="90000"/>
              </a:lnSpc>
              <a:spcBef>
                <a:spcPts val="2500"/>
              </a:spcBef>
              <a:spcAft>
                <a:spcPts val="600"/>
              </a:spcAft>
              <a:buFont typeface="Arial" panose="020B0604020202020204" pitchFamily="34" charset="0"/>
              <a:buNone/>
            </a:pPr>
            <a:endParaRPr lang="en-GB" sz="1300" dirty="0"/>
          </a:p>
        </p:txBody>
      </p:sp>
      <p:sp>
        <p:nvSpPr>
          <p:cNvPr id="4" name="Date Placeholder 3">
            <a:extLst>
              <a:ext uri="{FF2B5EF4-FFF2-40B4-BE49-F238E27FC236}">
                <a16:creationId xmlns:a16="http://schemas.microsoft.com/office/drawing/2014/main" id="{6FA5F448-4A1A-4625-40BD-5051705F0D75}"/>
              </a:ext>
            </a:extLst>
          </p:cNvPr>
          <p:cNvSpPr>
            <a:spLocks noGrp="1"/>
          </p:cNvSpPr>
          <p:nvPr>
            <p:ph type="dt" sz="half" idx="10"/>
          </p:nvPr>
        </p:nvSpPr>
        <p:spPr>
          <a:xfrm>
            <a:off x="431172" y="6490524"/>
            <a:ext cx="2841959" cy="336141"/>
          </a:xfrm>
        </p:spPr>
        <p:txBody>
          <a:bodyPr vert="horz" lIns="91440" tIns="45720" rIns="91440" bIns="45720" rtlCol="0" anchor="ctr">
            <a:normAutofit/>
          </a:bodyPr>
          <a:lstStyle/>
          <a:p>
            <a:pPr>
              <a:spcAft>
                <a:spcPts val="600"/>
              </a:spcAft>
            </a:pPr>
            <a:fld id="{FE21D4C7-8630-4B98-978C-30388BBD4EE8}" type="datetime1">
              <a:rPr lang="en-US" smtClean="0"/>
              <a:pPr>
                <a:spcAft>
                  <a:spcPts val="600"/>
                </a:spcAft>
              </a:pPr>
              <a:t>11/17/2025</a:t>
            </a:fld>
            <a:endParaRPr lang="en-US"/>
          </a:p>
        </p:txBody>
      </p:sp>
      <p:sp>
        <p:nvSpPr>
          <p:cNvPr id="5" name="Footer Placeholder 4">
            <a:extLst>
              <a:ext uri="{FF2B5EF4-FFF2-40B4-BE49-F238E27FC236}">
                <a16:creationId xmlns:a16="http://schemas.microsoft.com/office/drawing/2014/main" id="{5F607F05-18DD-A21D-AAB0-3F6CA425CA67}"/>
              </a:ext>
            </a:extLst>
          </p:cNvPr>
          <p:cNvSpPr>
            <a:spLocks noGrp="1"/>
          </p:cNvSpPr>
          <p:nvPr>
            <p:ph type="ftr" sz="quarter" idx="11"/>
          </p:nvPr>
        </p:nvSpPr>
        <p:spPr>
          <a:xfrm>
            <a:off x="8893370" y="6490524"/>
            <a:ext cx="2662834" cy="336141"/>
          </a:xfrm>
        </p:spPr>
        <p:txBody>
          <a:bodyPr vert="horz" lIns="91440" tIns="45720" rIns="91440" bIns="45720" rtlCol="0" anchor="ctr">
            <a:normAutofit/>
          </a:bodyPr>
          <a:lstStyle/>
          <a:p>
            <a:pPr>
              <a:spcAft>
                <a:spcPts val="600"/>
              </a:spcAft>
            </a:pPr>
            <a:r>
              <a:rPr lang="en-US" kern="1200">
                <a:latin typeface="+mn-lt"/>
                <a:ea typeface="+mn-ea"/>
                <a:cs typeface="+mn-cs"/>
              </a:rPr>
              <a:t>Sample Footer Text</a:t>
            </a:r>
          </a:p>
        </p:txBody>
      </p:sp>
      <p:sp>
        <p:nvSpPr>
          <p:cNvPr id="6" name="Slide Number Placeholder 5">
            <a:extLst>
              <a:ext uri="{FF2B5EF4-FFF2-40B4-BE49-F238E27FC236}">
                <a16:creationId xmlns:a16="http://schemas.microsoft.com/office/drawing/2014/main" id="{E167C231-096C-0EDB-05D4-93C4EFA67D2D}"/>
              </a:ext>
            </a:extLst>
          </p:cNvPr>
          <p:cNvSpPr>
            <a:spLocks noGrp="1"/>
          </p:cNvSpPr>
          <p:nvPr>
            <p:ph type="sldNum" sz="quarter" idx="12"/>
          </p:nvPr>
        </p:nvSpPr>
        <p:spPr>
          <a:xfrm>
            <a:off x="11648431" y="6490524"/>
            <a:ext cx="457200" cy="336141"/>
          </a:xfrm>
        </p:spPr>
        <p:txBody>
          <a:bodyPr vert="horz" lIns="91440" tIns="45720" rIns="91440" bIns="45720" rtlCol="0" anchor="ctr">
            <a:normAutofit/>
          </a:bodyPr>
          <a:lstStyle/>
          <a:p>
            <a:pPr>
              <a:spcAft>
                <a:spcPts val="600"/>
              </a:spcAft>
            </a:pPr>
            <a:fld id="{84C450F2-3BB4-4AE4-8A35-A9D7AEA4C850}" type="slidenum">
              <a:rPr lang="en-US" smtClean="0"/>
              <a:pPr>
                <a:spcAft>
                  <a:spcPts val="600"/>
                </a:spcAft>
              </a:pPr>
              <a:t>4</a:t>
            </a:fld>
            <a:endParaRPr lang="en-US"/>
          </a:p>
        </p:txBody>
      </p:sp>
      <p:sp>
        <p:nvSpPr>
          <p:cNvPr id="10" name="TextBox 9">
            <a:extLst>
              <a:ext uri="{FF2B5EF4-FFF2-40B4-BE49-F238E27FC236}">
                <a16:creationId xmlns:a16="http://schemas.microsoft.com/office/drawing/2014/main" id="{CA3FC4A9-0EC8-3036-CF7D-007A11C8F69E}"/>
              </a:ext>
            </a:extLst>
          </p:cNvPr>
          <p:cNvSpPr txBox="1"/>
          <p:nvPr/>
        </p:nvSpPr>
        <p:spPr>
          <a:xfrm>
            <a:off x="512748" y="2170632"/>
            <a:ext cx="10229316" cy="3139321"/>
          </a:xfrm>
          <a:prstGeom prst="rect">
            <a:avLst/>
          </a:prstGeom>
          <a:noFill/>
        </p:spPr>
        <p:txBody>
          <a:bodyPr wrap="square" rtlCol="0">
            <a:spAutoFit/>
          </a:bodyPr>
          <a:lstStyle/>
          <a:p>
            <a:r>
              <a:rPr lang="en-GB" b="1" dirty="0" err="1"/>
              <a:t>AppointmentService</a:t>
            </a:r>
            <a:r>
              <a:rPr lang="en-GB" b="1" dirty="0"/>
              <a:t> </a:t>
            </a:r>
          </a:p>
          <a:p>
            <a:pPr marL="285750" indent="-285750">
              <a:buFont typeface="Arial" panose="020B0604020202020204" pitchFamily="34" charset="0"/>
              <a:buChar char="•"/>
            </a:pPr>
            <a:r>
              <a:rPr lang="en-GB" dirty="0"/>
              <a:t>Logica </a:t>
            </a:r>
            <a:r>
              <a:rPr lang="en-GB" dirty="0" err="1"/>
              <a:t>complexa</a:t>
            </a:r>
            <a:r>
              <a:rPr lang="en-GB" dirty="0"/>
              <a:t> hardcoded </a:t>
            </a:r>
            <a:r>
              <a:rPr lang="en-GB" dirty="0" err="1"/>
              <a:t>pentru</a:t>
            </a:r>
            <a:r>
              <a:rPr lang="en-GB" dirty="0"/>
              <a:t> </a:t>
            </a:r>
            <a:r>
              <a:rPr lang="en-GB" dirty="0" err="1"/>
              <a:t>validări</a:t>
            </a:r>
            <a:endParaRPr lang="en-GB" dirty="0"/>
          </a:p>
          <a:p>
            <a:pPr marL="285750" indent="-285750">
              <a:buFont typeface="Arial" panose="020B0604020202020204" pitchFamily="34" charset="0"/>
              <a:buChar char="•"/>
            </a:pPr>
            <a:r>
              <a:rPr lang="en-GB" dirty="0"/>
              <a:t>If-else chains </a:t>
            </a:r>
            <a:r>
              <a:rPr lang="en-GB" dirty="0" err="1"/>
              <a:t>pentru</a:t>
            </a:r>
            <a:r>
              <a:rPr lang="en-GB" dirty="0"/>
              <a:t> </a:t>
            </a:r>
            <a:r>
              <a:rPr lang="en-GB" dirty="0" err="1"/>
              <a:t>diferite</a:t>
            </a:r>
            <a:r>
              <a:rPr lang="en-GB" dirty="0"/>
              <a:t> </a:t>
            </a:r>
            <a:r>
              <a:rPr lang="en-GB" dirty="0" err="1"/>
              <a:t>tipuri</a:t>
            </a:r>
            <a:r>
              <a:rPr lang="en-GB" dirty="0"/>
              <a:t> </a:t>
            </a:r>
            <a:r>
              <a:rPr lang="en-GB" dirty="0" err="1"/>
              <a:t>instituții</a:t>
            </a:r>
            <a:endParaRPr lang="en-GB" dirty="0"/>
          </a:p>
          <a:p>
            <a:pPr marL="285750" indent="-285750">
              <a:buFont typeface="Arial" panose="020B0604020202020204" pitchFamily="34" charset="0"/>
              <a:buChar char="•"/>
            </a:pPr>
            <a:r>
              <a:rPr lang="en-GB" dirty="0" err="1"/>
              <a:t>Calculuri</a:t>
            </a:r>
            <a:r>
              <a:rPr lang="en-GB" dirty="0"/>
              <a:t> de </a:t>
            </a:r>
            <a:r>
              <a:rPr lang="en-GB" dirty="0" err="1"/>
              <a:t>disponibilitate</a:t>
            </a:r>
            <a:r>
              <a:rPr lang="en-GB" dirty="0"/>
              <a:t> cu </a:t>
            </a:r>
            <a:r>
              <a:rPr lang="en-GB" dirty="0" err="1"/>
              <a:t>algoritmi</a:t>
            </a:r>
            <a:r>
              <a:rPr lang="en-GB" dirty="0"/>
              <a:t> </a:t>
            </a:r>
            <a:r>
              <a:rPr lang="en-GB" dirty="0" err="1"/>
              <a:t>fixi</a:t>
            </a:r>
            <a:endParaRPr lang="en-GB" dirty="0"/>
          </a:p>
          <a:p>
            <a:pPr marL="285750" indent="-285750">
              <a:buFont typeface="Arial" panose="020B0604020202020204" pitchFamily="34" charset="0"/>
              <a:buChar char="•"/>
            </a:pPr>
            <a:r>
              <a:rPr lang="en-GB" dirty="0" err="1"/>
              <a:t>Creare</a:t>
            </a:r>
            <a:r>
              <a:rPr lang="en-GB" dirty="0"/>
              <a:t> </a:t>
            </a:r>
            <a:r>
              <a:rPr lang="en-GB" dirty="0" err="1"/>
              <a:t>directă</a:t>
            </a:r>
            <a:r>
              <a:rPr lang="en-GB" dirty="0"/>
              <a:t> de </a:t>
            </a:r>
            <a:r>
              <a:rPr lang="en-GB" dirty="0" err="1"/>
              <a:t>obiecte</a:t>
            </a:r>
            <a:r>
              <a:rPr lang="en-GB" dirty="0"/>
              <a:t> </a:t>
            </a:r>
            <a:r>
              <a:rPr lang="en-GB" dirty="0" err="1"/>
              <a:t>fără</a:t>
            </a:r>
            <a:r>
              <a:rPr lang="en-GB" dirty="0"/>
              <a:t> </a:t>
            </a:r>
            <a:r>
              <a:rPr lang="en-GB" dirty="0" err="1"/>
              <a:t>abstracție</a:t>
            </a:r>
            <a:endParaRPr lang="en-GB" dirty="0"/>
          </a:p>
          <a:p>
            <a:pPr marL="285750" indent="-285750">
              <a:buFont typeface="Arial" panose="020B0604020202020204" pitchFamily="34" charset="0"/>
              <a:buChar char="•"/>
            </a:pPr>
            <a:endParaRPr lang="en-GB" dirty="0"/>
          </a:p>
          <a:p>
            <a:pPr marL="285750" indent="-285750">
              <a:buFont typeface="Arial" panose="020B0604020202020204" pitchFamily="34" charset="0"/>
              <a:buChar char="•"/>
            </a:pPr>
            <a:endParaRPr lang="en-GB" dirty="0"/>
          </a:p>
          <a:p>
            <a:r>
              <a:rPr lang="en-GB" b="1" dirty="0" err="1"/>
              <a:t>NotificationService</a:t>
            </a:r>
            <a:endParaRPr lang="en-GB" b="1" dirty="0"/>
          </a:p>
          <a:p>
            <a:pPr marL="285750" indent="-285750">
              <a:buFont typeface="Arial" panose="020B0604020202020204" pitchFamily="34" charset="0"/>
              <a:buChar char="•"/>
            </a:pPr>
            <a:r>
              <a:rPr lang="en-GB" dirty="0"/>
              <a:t>Switch-case hardcoded: email/SMS/push per tip user</a:t>
            </a:r>
          </a:p>
          <a:p>
            <a:pPr marL="285750" indent="-285750">
              <a:buFont typeface="Arial" panose="020B0604020202020204" pitchFamily="34" charset="0"/>
              <a:buChar char="•"/>
            </a:pPr>
            <a:r>
              <a:rPr lang="en-GB" dirty="0" err="1"/>
              <a:t>Logică</a:t>
            </a:r>
            <a:r>
              <a:rPr lang="en-GB" dirty="0"/>
              <a:t> </a:t>
            </a:r>
            <a:r>
              <a:rPr lang="en-GB" dirty="0" err="1"/>
              <a:t>duplicată</a:t>
            </a:r>
            <a:r>
              <a:rPr lang="en-GB" dirty="0"/>
              <a:t> </a:t>
            </a:r>
            <a:r>
              <a:rPr lang="en-GB" dirty="0" err="1"/>
              <a:t>pentru</a:t>
            </a:r>
            <a:r>
              <a:rPr lang="en-GB" dirty="0"/>
              <a:t> </a:t>
            </a:r>
            <a:r>
              <a:rPr lang="en-GB" dirty="0" err="1"/>
              <a:t>formatarea</a:t>
            </a:r>
            <a:r>
              <a:rPr lang="en-GB" dirty="0"/>
              <a:t> </a:t>
            </a:r>
            <a:r>
              <a:rPr lang="en-GB" dirty="0" err="1"/>
              <a:t>mesajelor</a:t>
            </a:r>
            <a:endParaRPr lang="en-GB" dirty="0"/>
          </a:p>
          <a:p>
            <a:pPr marL="285750" indent="-285750">
              <a:buFont typeface="Arial" panose="020B0604020202020204" pitchFamily="34" charset="0"/>
              <a:buChar char="•"/>
            </a:pPr>
            <a:r>
              <a:rPr lang="en-GB" dirty="0" err="1"/>
              <a:t>Imposibil</a:t>
            </a:r>
            <a:r>
              <a:rPr lang="en-GB" dirty="0"/>
              <a:t> de </a:t>
            </a:r>
            <a:r>
              <a:rPr lang="en-GB" dirty="0" err="1"/>
              <a:t>extins</a:t>
            </a:r>
            <a:r>
              <a:rPr lang="en-GB" dirty="0"/>
              <a:t> cu </a:t>
            </a:r>
            <a:r>
              <a:rPr lang="en-GB" dirty="0" err="1"/>
              <a:t>noi</a:t>
            </a:r>
            <a:r>
              <a:rPr lang="en-GB" dirty="0"/>
              <a:t> </a:t>
            </a:r>
            <a:r>
              <a:rPr lang="en-GB" dirty="0" err="1"/>
              <a:t>canale</a:t>
            </a:r>
            <a:r>
              <a:rPr lang="en-GB" dirty="0"/>
              <a:t> de </a:t>
            </a:r>
            <a:r>
              <a:rPr lang="en-GB" dirty="0" err="1"/>
              <a:t>notificare</a:t>
            </a:r>
            <a:endParaRPr lang="en-GB" dirty="0"/>
          </a:p>
        </p:txBody>
      </p:sp>
    </p:spTree>
    <p:extLst>
      <p:ext uri="{BB962C8B-B14F-4D97-AF65-F5344CB8AC3E}">
        <p14:creationId xmlns:p14="http://schemas.microsoft.com/office/powerpoint/2010/main" val="263035323"/>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nodePh="1">
                                  <p:stCondLst>
                                    <p:cond delay="250"/>
                                  </p:stCondLst>
                                  <p:endCondLst>
                                    <p:cond evt="begin" delay="0">
                                      <p:tn val="5"/>
                                    </p:cond>
                                  </p:endCondLst>
                                  <p:iterate>
                                    <p:tmPct val="10000"/>
                                  </p:iterate>
                                  <p:childTnLst>
                                    <p:set>
                                      <p:cBhvr>
                                        <p:cTn id="6" dur="1" fill="hold">
                                          <p:stCondLst>
                                            <p:cond delay="0"/>
                                          </p:stCondLst>
                                        </p:cTn>
                                        <p:tgtEl>
                                          <p:spTgt spid="8"/>
                                        </p:tgtEl>
                                        <p:attrNameLst>
                                          <p:attrName>style.visibility</p:attrName>
                                        </p:attrNameLst>
                                      </p:cBhvr>
                                      <p:to>
                                        <p:strVal val="visible"/>
                                      </p:to>
                                    </p:set>
                                    <p:animEffect transition="in" filter="fade">
                                      <p:cBhvr>
                                        <p:cTn id="7" dur="250"/>
                                        <p:tgtEl>
                                          <p:spTgt spid="8"/>
                                        </p:tgtEl>
                                      </p:cBhvr>
                                    </p:animEffect>
                                    <p:anim calcmode="lin" valueType="num">
                                      <p:cBhvr>
                                        <p:cTn id="8" dur="250" fill="hold"/>
                                        <p:tgtEl>
                                          <p:spTgt spid="8"/>
                                        </p:tgtEl>
                                        <p:attrNameLst>
                                          <p:attrName>ppt_x</p:attrName>
                                        </p:attrNameLst>
                                      </p:cBhvr>
                                      <p:tavLst>
                                        <p:tav tm="0">
                                          <p:val>
                                            <p:strVal val="#ppt_x"/>
                                          </p:val>
                                        </p:tav>
                                        <p:tav tm="100000">
                                          <p:val>
                                            <p:strVal val="#ppt_x"/>
                                          </p:val>
                                        </p:tav>
                                      </p:tavLst>
                                    </p:anim>
                                    <p:anim calcmode="lin" valueType="num">
                                      <p:cBhvr>
                                        <p:cTn id="9" dur="25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8DF279-C947-8432-55F5-E1FA66DE661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2718071-49AF-F848-AA0B-94FF42FD84AE}"/>
              </a:ext>
            </a:extLst>
          </p:cNvPr>
          <p:cNvSpPr>
            <a:spLocks noGrp="1"/>
          </p:cNvSpPr>
          <p:nvPr>
            <p:ph type="title"/>
          </p:nvPr>
        </p:nvSpPr>
        <p:spPr>
          <a:xfrm>
            <a:off x="544366" y="176214"/>
            <a:ext cx="5249683" cy="1507307"/>
          </a:xfrm>
        </p:spPr>
        <p:txBody>
          <a:bodyPr vert="horz" lIns="91440" tIns="45720" rIns="91440" bIns="45720" rtlCol="0" anchor="b">
            <a:normAutofit/>
          </a:bodyPr>
          <a:lstStyle/>
          <a:p>
            <a:r>
              <a:rPr lang="en-US" sz="2700" b="0" kern="1200" cap="all" baseline="0" dirty="0">
                <a:latin typeface="+mj-lt"/>
                <a:ea typeface="+mj-ea"/>
                <a:cs typeface="+mj-cs"/>
              </a:rPr>
              <a:t>design patterns PROPUSE</a:t>
            </a:r>
            <a:br>
              <a:rPr lang="en-US" sz="2700" b="0" kern="1200" cap="all" baseline="0" dirty="0">
                <a:latin typeface="+mj-lt"/>
                <a:ea typeface="+mj-ea"/>
                <a:cs typeface="+mj-cs"/>
              </a:rPr>
            </a:br>
            <a:br>
              <a:rPr lang="en-US" sz="2700" b="0" kern="1200" cap="all" baseline="0" dirty="0">
                <a:latin typeface="+mj-lt"/>
                <a:ea typeface="+mj-ea"/>
                <a:cs typeface="+mj-cs"/>
              </a:rPr>
            </a:br>
            <a:endParaRPr lang="en-US" sz="2700" b="0" kern="1200" cap="all" baseline="0" dirty="0">
              <a:latin typeface="+mj-lt"/>
              <a:ea typeface="+mj-ea"/>
              <a:cs typeface="+mj-cs"/>
            </a:endParaRPr>
          </a:p>
        </p:txBody>
      </p:sp>
      <p:sp>
        <p:nvSpPr>
          <p:cNvPr id="8" name="TextBox 7">
            <a:extLst>
              <a:ext uri="{FF2B5EF4-FFF2-40B4-BE49-F238E27FC236}">
                <a16:creationId xmlns:a16="http://schemas.microsoft.com/office/drawing/2014/main" id="{35CA8BC3-8834-25A2-643E-4C8B4B00C82D}"/>
              </a:ext>
            </a:extLst>
          </p:cNvPr>
          <p:cNvSpPr txBox="1"/>
          <p:nvPr>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8321040" y="2276856"/>
            <a:ext cx="3401568" cy="4041648"/>
          </a:xfrm>
          <a:prstGeom prst="rect">
            <a:avLst/>
          </a:prstGeom>
        </p:spPr>
        <p:txBody>
          <a:bodyPr>
            <a:normAutofit/>
          </a:bodyPr>
          <a:lstStyle/>
          <a:p>
            <a:pPr marL="0" indent="0">
              <a:lnSpc>
                <a:spcPct val="90000"/>
              </a:lnSpc>
              <a:spcBef>
                <a:spcPts val="2500"/>
              </a:spcBef>
              <a:spcAft>
                <a:spcPts val="600"/>
              </a:spcAft>
              <a:buFont typeface="Arial" panose="020B0604020202020204" pitchFamily="34" charset="0"/>
              <a:buNone/>
            </a:pPr>
            <a:endParaRPr lang="en-GB" sz="1300" dirty="0"/>
          </a:p>
        </p:txBody>
      </p:sp>
      <p:sp>
        <p:nvSpPr>
          <p:cNvPr id="4" name="Date Placeholder 3">
            <a:extLst>
              <a:ext uri="{FF2B5EF4-FFF2-40B4-BE49-F238E27FC236}">
                <a16:creationId xmlns:a16="http://schemas.microsoft.com/office/drawing/2014/main" id="{F3D00185-C12C-6132-DDD5-26292D23BB39}"/>
              </a:ext>
            </a:extLst>
          </p:cNvPr>
          <p:cNvSpPr>
            <a:spLocks noGrp="1"/>
          </p:cNvSpPr>
          <p:nvPr>
            <p:ph type="dt" sz="half" idx="10"/>
          </p:nvPr>
        </p:nvSpPr>
        <p:spPr>
          <a:xfrm>
            <a:off x="431172" y="6490524"/>
            <a:ext cx="2841959" cy="336141"/>
          </a:xfrm>
        </p:spPr>
        <p:txBody>
          <a:bodyPr vert="horz" lIns="91440" tIns="45720" rIns="91440" bIns="45720" rtlCol="0" anchor="ctr">
            <a:normAutofit/>
          </a:bodyPr>
          <a:lstStyle/>
          <a:p>
            <a:pPr>
              <a:spcAft>
                <a:spcPts val="600"/>
              </a:spcAft>
            </a:pPr>
            <a:fld id="{FE21D4C7-8630-4B98-978C-30388BBD4EE8}" type="datetime1">
              <a:rPr lang="en-US" smtClean="0"/>
              <a:pPr>
                <a:spcAft>
                  <a:spcPts val="600"/>
                </a:spcAft>
              </a:pPr>
              <a:t>11/17/2025</a:t>
            </a:fld>
            <a:endParaRPr lang="en-US"/>
          </a:p>
        </p:txBody>
      </p:sp>
      <p:sp>
        <p:nvSpPr>
          <p:cNvPr id="5" name="Footer Placeholder 4">
            <a:extLst>
              <a:ext uri="{FF2B5EF4-FFF2-40B4-BE49-F238E27FC236}">
                <a16:creationId xmlns:a16="http://schemas.microsoft.com/office/drawing/2014/main" id="{2D197BF2-A5D1-CCB6-A355-3D1B5967522C}"/>
              </a:ext>
            </a:extLst>
          </p:cNvPr>
          <p:cNvSpPr>
            <a:spLocks noGrp="1"/>
          </p:cNvSpPr>
          <p:nvPr>
            <p:ph type="ftr" sz="quarter" idx="11"/>
          </p:nvPr>
        </p:nvSpPr>
        <p:spPr>
          <a:xfrm>
            <a:off x="8893370" y="6490524"/>
            <a:ext cx="2662834" cy="336141"/>
          </a:xfrm>
        </p:spPr>
        <p:txBody>
          <a:bodyPr vert="horz" lIns="91440" tIns="45720" rIns="91440" bIns="45720" rtlCol="0" anchor="ctr">
            <a:normAutofit/>
          </a:bodyPr>
          <a:lstStyle/>
          <a:p>
            <a:pPr>
              <a:spcAft>
                <a:spcPts val="600"/>
              </a:spcAft>
            </a:pPr>
            <a:r>
              <a:rPr lang="en-US" kern="1200">
                <a:latin typeface="+mn-lt"/>
                <a:ea typeface="+mn-ea"/>
                <a:cs typeface="+mn-cs"/>
              </a:rPr>
              <a:t>Sample Footer Text</a:t>
            </a:r>
          </a:p>
        </p:txBody>
      </p:sp>
      <p:sp>
        <p:nvSpPr>
          <p:cNvPr id="6" name="Slide Number Placeholder 5">
            <a:extLst>
              <a:ext uri="{FF2B5EF4-FFF2-40B4-BE49-F238E27FC236}">
                <a16:creationId xmlns:a16="http://schemas.microsoft.com/office/drawing/2014/main" id="{37520894-EE72-6E1F-2CEA-01C5B39409B9}"/>
              </a:ext>
            </a:extLst>
          </p:cNvPr>
          <p:cNvSpPr>
            <a:spLocks noGrp="1"/>
          </p:cNvSpPr>
          <p:nvPr>
            <p:ph type="sldNum" sz="quarter" idx="12"/>
          </p:nvPr>
        </p:nvSpPr>
        <p:spPr>
          <a:xfrm>
            <a:off x="11648431" y="6490524"/>
            <a:ext cx="457200" cy="336141"/>
          </a:xfrm>
        </p:spPr>
        <p:txBody>
          <a:bodyPr vert="horz" lIns="91440" tIns="45720" rIns="91440" bIns="45720" rtlCol="0" anchor="ctr">
            <a:normAutofit/>
          </a:bodyPr>
          <a:lstStyle/>
          <a:p>
            <a:pPr>
              <a:spcAft>
                <a:spcPts val="600"/>
              </a:spcAft>
            </a:pPr>
            <a:fld id="{84C450F2-3BB4-4AE4-8A35-A9D7AEA4C850}" type="slidenum">
              <a:rPr lang="en-US" smtClean="0"/>
              <a:pPr>
                <a:spcAft>
                  <a:spcPts val="600"/>
                </a:spcAft>
              </a:pPr>
              <a:t>5</a:t>
            </a:fld>
            <a:endParaRPr lang="en-US"/>
          </a:p>
        </p:txBody>
      </p:sp>
      <p:sp>
        <p:nvSpPr>
          <p:cNvPr id="10" name="TextBox 9">
            <a:extLst>
              <a:ext uri="{FF2B5EF4-FFF2-40B4-BE49-F238E27FC236}">
                <a16:creationId xmlns:a16="http://schemas.microsoft.com/office/drawing/2014/main" id="{3577FDF4-E104-1172-CA04-3D68EE1DC16E}"/>
              </a:ext>
            </a:extLst>
          </p:cNvPr>
          <p:cNvSpPr txBox="1"/>
          <p:nvPr/>
        </p:nvSpPr>
        <p:spPr>
          <a:xfrm>
            <a:off x="512748" y="2170632"/>
            <a:ext cx="10229316" cy="3416320"/>
          </a:xfrm>
          <a:prstGeom prst="rect">
            <a:avLst/>
          </a:prstGeom>
          <a:noFill/>
        </p:spPr>
        <p:txBody>
          <a:bodyPr wrap="square" rtlCol="0">
            <a:spAutoFit/>
          </a:bodyPr>
          <a:lstStyle/>
          <a:p>
            <a:r>
              <a:rPr lang="en-GB" b="1" dirty="0"/>
              <a:t>Factory Method Pattern</a:t>
            </a:r>
          </a:p>
          <a:p>
            <a:br>
              <a:rPr lang="en-GB" dirty="0"/>
            </a:br>
            <a:r>
              <a:rPr lang="en-GB" dirty="0" err="1"/>
              <a:t>Acum</a:t>
            </a:r>
            <a:r>
              <a:rPr lang="en-GB" dirty="0"/>
              <a:t>: new Appointment(), new Institution() direct </a:t>
            </a:r>
            <a:r>
              <a:rPr lang="en-GB" dirty="0" err="1"/>
              <a:t>în</a:t>
            </a:r>
            <a:r>
              <a:rPr lang="en-GB" dirty="0"/>
              <a:t> </a:t>
            </a:r>
            <a:r>
              <a:rPr lang="en-GB" dirty="0" err="1"/>
              <a:t>servicii</a:t>
            </a:r>
            <a:endParaRPr lang="en-GB" dirty="0"/>
          </a:p>
          <a:p>
            <a:r>
              <a:rPr lang="en-GB" dirty="0" err="1"/>
              <a:t>Viitor</a:t>
            </a:r>
            <a:r>
              <a:rPr lang="en-GB" dirty="0"/>
              <a:t>: </a:t>
            </a:r>
            <a:r>
              <a:rPr lang="en-GB" dirty="0" err="1"/>
              <a:t>InstitutionFactory</a:t>
            </a:r>
            <a:r>
              <a:rPr lang="en-GB" dirty="0"/>
              <a:t>, </a:t>
            </a:r>
            <a:r>
              <a:rPr lang="en-GB" dirty="0" err="1"/>
              <a:t>AppointmentFactory</a:t>
            </a:r>
            <a:r>
              <a:rPr lang="en-GB" dirty="0"/>
              <a:t> per tip</a:t>
            </a:r>
          </a:p>
          <a:p>
            <a:endParaRPr lang="en-GB" dirty="0"/>
          </a:p>
          <a:p>
            <a:endParaRPr lang="en-GB" dirty="0"/>
          </a:p>
          <a:p>
            <a:pPr marL="285750" indent="-285750">
              <a:buFont typeface="Arial" panose="020B0604020202020204" pitchFamily="34" charset="0"/>
              <a:buChar char="•"/>
            </a:pPr>
            <a:endParaRPr lang="en-GB" dirty="0"/>
          </a:p>
          <a:p>
            <a:r>
              <a:rPr lang="en-GB" b="1" dirty="0"/>
              <a:t>Strategy Pattern</a:t>
            </a:r>
          </a:p>
          <a:p>
            <a:r>
              <a:rPr lang="en-GB" dirty="0" err="1"/>
              <a:t>Acum</a:t>
            </a:r>
            <a:r>
              <a:rPr lang="en-GB" dirty="0"/>
              <a:t>: if(type == “type1") {...} else if(type == “type2")</a:t>
            </a:r>
          </a:p>
          <a:p>
            <a:r>
              <a:rPr lang="en-GB" dirty="0" err="1"/>
              <a:t>Viitor</a:t>
            </a:r>
            <a:r>
              <a:rPr lang="en-GB" dirty="0"/>
              <a:t>: </a:t>
            </a:r>
            <a:r>
              <a:rPr lang="en-GB" dirty="0" err="1"/>
              <a:t>AvailabilityStrategy</a:t>
            </a:r>
            <a:r>
              <a:rPr lang="en-GB" dirty="0"/>
              <a:t>, </a:t>
            </a:r>
            <a:r>
              <a:rPr lang="en-GB" dirty="0" err="1"/>
              <a:t>ValidationStrategy</a:t>
            </a:r>
            <a:r>
              <a:rPr lang="en-GB" dirty="0"/>
              <a:t> per </a:t>
            </a:r>
            <a:r>
              <a:rPr lang="en-GB" dirty="0" err="1"/>
              <a:t>instituție</a:t>
            </a:r>
            <a:endParaRPr lang="en-GB" dirty="0"/>
          </a:p>
          <a:p>
            <a:br>
              <a:rPr lang="en-GB" dirty="0"/>
            </a:br>
            <a:endParaRPr lang="en-GB" dirty="0"/>
          </a:p>
        </p:txBody>
      </p:sp>
    </p:spTree>
    <p:extLst>
      <p:ext uri="{BB962C8B-B14F-4D97-AF65-F5344CB8AC3E}">
        <p14:creationId xmlns:p14="http://schemas.microsoft.com/office/powerpoint/2010/main" val="2742672961"/>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nodePh="1">
                                  <p:stCondLst>
                                    <p:cond delay="250"/>
                                  </p:stCondLst>
                                  <p:endCondLst>
                                    <p:cond evt="begin" delay="0">
                                      <p:tn val="5"/>
                                    </p:cond>
                                  </p:endCondLst>
                                  <p:iterate>
                                    <p:tmPct val="10000"/>
                                  </p:iterate>
                                  <p:childTnLst>
                                    <p:set>
                                      <p:cBhvr>
                                        <p:cTn id="6" dur="1" fill="hold">
                                          <p:stCondLst>
                                            <p:cond delay="0"/>
                                          </p:stCondLst>
                                        </p:cTn>
                                        <p:tgtEl>
                                          <p:spTgt spid="8"/>
                                        </p:tgtEl>
                                        <p:attrNameLst>
                                          <p:attrName>style.visibility</p:attrName>
                                        </p:attrNameLst>
                                      </p:cBhvr>
                                      <p:to>
                                        <p:strVal val="visible"/>
                                      </p:to>
                                    </p:set>
                                    <p:animEffect transition="in" filter="fade">
                                      <p:cBhvr>
                                        <p:cTn id="7" dur="250"/>
                                        <p:tgtEl>
                                          <p:spTgt spid="8"/>
                                        </p:tgtEl>
                                      </p:cBhvr>
                                    </p:animEffect>
                                    <p:anim calcmode="lin" valueType="num">
                                      <p:cBhvr>
                                        <p:cTn id="8" dur="250" fill="hold"/>
                                        <p:tgtEl>
                                          <p:spTgt spid="8"/>
                                        </p:tgtEl>
                                        <p:attrNameLst>
                                          <p:attrName>ppt_x</p:attrName>
                                        </p:attrNameLst>
                                      </p:cBhvr>
                                      <p:tavLst>
                                        <p:tav tm="0">
                                          <p:val>
                                            <p:strVal val="#ppt_x"/>
                                          </p:val>
                                        </p:tav>
                                        <p:tav tm="100000">
                                          <p:val>
                                            <p:strVal val="#ppt_x"/>
                                          </p:val>
                                        </p:tav>
                                      </p:tavLst>
                                    </p:anim>
                                    <p:anim calcmode="lin" valueType="num">
                                      <p:cBhvr>
                                        <p:cTn id="9" dur="25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5BE6DC-22C9-C49B-A797-258374425ED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2F7AA83-0B67-FDBE-497F-8ED16B7E2AFB}"/>
              </a:ext>
            </a:extLst>
          </p:cNvPr>
          <p:cNvSpPr>
            <a:spLocks noGrp="1"/>
          </p:cNvSpPr>
          <p:nvPr>
            <p:ph type="title"/>
          </p:nvPr>
        </p:nvSpPr>
        <p:spPr>
          <a:xfrm>
            <a:off x="544366" y="176214"/>
            <a:ext cx="5249683" cy="1507307"/>
          </a:xfrm>
        </p:spPr>
        <p:txBody>
          <a:bodyPr vert="horz" lIns="91440" tIns="45720" rIns="91440" bIns="45720" rtlCol="0" anchor="b">
            <a:normAutofit/>
          </a:bodyPr>
          <a:lstStyle/>
          <a:p>
            <a:r>
              <a:rPr lang="en-US" sz="2700" b="0" kern="1200" cap="all" baseline="0" dirty="0">
                <a:latin typeface="+mj-lt"/>
                <a:ea typeface="+mj-ea"/>
                <a:cs typeface="+mj-cs"/>
              </a:rPr>
              <a:t>design patterns PROPUSE</a:t>
            </a:r>
            <a:br>
              <a:rPr lang="en-US" sz="2700" b="0" kern="1200" cap="all" baseline="0" dirty="0">
                <a:latin typeface="+mj-lt"/>
                <a:ea typeface="+mj-ea"/>
                <a:cs typeface="+mj-cs"/>
              </a:rPr>
            </a:br>
            <a:br>
              <a:rPr lang="en-US" sz="2700" b="0" kern="1200" cap="all" baseline="0" dirty="0">
                <a:latin typeface="+mj-lt"/>
                <a:ea typeface="+mj-ea"/>
                <a:cs typeface="+mj-cs"/>
              </a:rPr>
            </a:br>
            <a:endParaRPr lang="en-US" sz="2700" b="0" kern="1200" cap="all" baseline="0" dirty="0">
              <a:latin typeface="+mj-lt"/>
              <a:ea typeface="+mj-ea"/>
              <a:cs typeface="+mj-cs"/>
            </a:endParaRPr>
          </a:p>
        </p:txBody>
      </p:sp>
      <p:sp>
        <p:nvSpPr>
          <p:cNvPr id="8" name="TextBox 7">
            <a:extLst>
              <a:ext uri="{FF2B5EF4-FFF2-40B4-BE49-F238E27FC236}">
                <a16:creationId xmlns:a16="http://schemas.microsoft.com/office/drawing/2014/main" id="{ADB75ED7-B40D-BF6F-D475-B216BBFB9907}"/>
              </a:ext>
            </a:extLst>
          </p:cNvPr>
          <p:cNvSpPr txBox="1"/>
          <p:nvPr>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8321040" y="2276856"/>
            <a:ext cx="3401568" cy="4041648"/>
          </a:xfrm>
          <a:prstGeom prst="rect">
            <a:avLst/>
          </a:prstGeom>
        </p:spPr>
        <p:txBody>
          <a:bodyPr>
            <a:normAutofit/>
          </a:bodyPr>
          <a:lstStyle/>
          <a:p>
            <a:pPr marL="0" indent="0">
              <a:lnSpc>
                <a:spcPct val="90000"/>
              </a:lnSpc>
              <a:spcBef>
                <a:spcPts val="2500"/>
              </a:spcBef>
              <a:spcAft>
                <a:spcPts val="600"/>
              </a:spcAft>
              <a:buFont typeface="Arial" panose="020B0604020202020204" pitchFamily="34" charset="0"/>
              <a:buNone/>
            </a:pPr>
            <a:endParaRPr lang="en-GB" sz="1300" dirty="0"/>
          </a:p>
        </p:txBody>
      </p:sp>
      <p:sp>
        <p:nvSpPr>
          <p:cNvPr id="4" name="Date Placeholder 3">
            <a:extLst>
              <a:ext uri="{FF2B5EF4-FFF2-40B4-BE49-F238E27FC236}">
                <a16:creationId xmlns:a16="http://schemas.microsoft.com/office/drawing/2014/main" id="{D88AB254-B6C3-DA14-9A75-5E2CE3C9ECFD}"/>
              </a:ext>
            </a:extLst>
          </p:cNvPr>
          <p:cNvSpPr>
            <a:spLocks noGrp="1"/>
          </p:cNvSpPr>
          <p:nvPr>
            <p:ph type="dt" sz="half" idx="10"/>
          </p:nvPr>
        </p:nvSpPr>
        <p:spPr>
          <a:xfrm>
            <a:off x="431172" y="6490524"/>
            <a:ext cx="2841959" cy="336141"/>
          </a:xfrm>
        </p:spPr>
        <p:txBody>
          <a:bodyPr vert="horz" lIns="91440" tIns="45720" rIns="91440" bIns="45720" rtlCol="0" anchor="ctr">
            <a:normAutofit/>
          </a:bodyPr>
          <a:lstStyle/>
          <a:p>
            <a:pPr>
              <a:spcAft>
                <a:spcPts val="600"/>
              </a:spcAft>
            </a:pPr>
            <a:fld id="{FE21D4C7-8630-4B98-978C-30388BBD4EE8}" type="datetime1">
              <a:rPr lang="en-US" smtClean="0"/>
              <a:pPr>
                <a:spcAft>
                  <a:spcPts val="600"/>
                </a:spcAft>
              </a:pPr>
              <a:t>11/17/2025</a:t>
            </a:fld>
            <a:endParaRPr lang="en-US"/>
          </a:p>
        </p:txBody>
      </p:sp>
      <p:sp>
        <p:nvSpPr>
          <p:cNvPr id="5" name="Footer Placeholder 4">
            <a:extLst>
              <a:ext uri="{FF2B5EF4-FFF2-40B4-BE49-F238E27FC236}">
                <a16:creationId xmlns:a16="http://schemas.microsoft.com/office/drawing/2014/main" id="{3EA13F9C-E512-1154-20DB-8F3BEB24B612}"/>
              </a:ext>
            </a:extLst>
          </p:cNvPr>
          <p:cNvSpPr>
            <a:spLocks noGrp="1"/>
          </p:cNvSpPr>
          <p:nvPr>
            <p:ph type="ftr" sz="quarter" idx="11"/>
          </p:nvPr>
        </p:nvSpPr>
        <p:spPr>
          <a:xfrm>
            <a:off x="8893370" y="6490524"/>
            <a:ext cx="2662834" cy="336141"/>
          </a:xfrm>
        </p:spPr>
        <p:txBody>
          <a:bodyPr vert="horz" lIns="91440" tIns="45720" rIns="91440" bIns="45720" rtlCol="0" anchor="ctr">
            <a:normAutofit/>
          </a:bodyPr>
          <a:lstStyle/>
          <a:p>
            <a:pPr>
              <a:spcAft>
                <a:spcPts val="600"/>
              </a:spcAft>
            </a:pPr>
            <a:r>
              <a:rPr lang="en-US" kern="1200">
                <a:latin typeface="+mn-lt"/>
                <a:ea typeface="+mn-ea"/>
                <a:cs typeface="+mn-cs"/>
              </a:rPr>
              <a:t>Sample Footer Text</a:t>
            </a:r>
          </a:p>
        </p:txBody>
      </p:sp>
      <p:sp>
        <p:nvSpPr>
          <p:cNvPr id="6" name="Slide Number Placeholder 5">
            <a:extLst>
              <a:ext uri="{FF2B5EF4-FFF2-40B4-BE49-F238E27FC236}">
                <a16:creationId xmlns:a16="http://schemas.microsoft.com/office/drawing/2014/main" id="{A41B5D20-A1F8-B470-E55F-4EDED92E5FAE}"/>
              </a:ext>
            </a:extLst>
          </p:cNvPr>
          <p:cNvSpPr>
            <a:spLocks noGrp="1"/>
          </p:cNvSpPr>
          <p:nvPr>
            <p:ph type="sldNum" sz="quarter" idx="12"/>
          </p:nvPr>
        </p:nvSpPr>
        <p:spPr>
          <a:xfrm>
            <a:off x="11648431" y="6490524"/>
            <a:ext cx="457200" cy="336141"/>
          </a:xfrm>
        </p:spPr>
        <p:txBody>
          <a:bodyPr vert="horz" lIns="91440" tIns="45720" rIns="91440" bIns="45720" rtlCol="0" anchor="ctr">
            <a:normAutofit/>
          </a:bodyPr>
          <a:lstStyle/>
          <a:p>
            <a:pPr>
              <a:spcAft>
                <a:spcPts val="600"/>
              </a:spcAft>
            </a:pPr>
            <a:fld id="{84C450F2-3BB4-4AE4-8A35-A9D7AEA4C850}" type="slidenum">
              <a:rPr lang="en-US" smtClean="0"/>
              <a:pPr>
                <a:spcAft>
                  <a:spcPts val="600"/>
                </a:spcAft>
              </a:pPr>
              <a:t>6</a:t>
            </a:fld>
            <a:endParaRPr lang="en-US"/>
          </a:p>
        </p:txBody>
      </p:sp>
      <p:sp>
        <p:nvSpPr>
          <p:cNvPr id="10" name="TextBox 9">
            <a:extLst>
              <a:ext uri="{FF2B5EF4-FFF2-40B4-BE49-F238E27FC236}">
                <a16:creationId xmlns:a16="http://schemas.microsoft.com/office/drawing/2014/main" id="{ECCCD400-B6AD-4725-BCBF-456EF1B089F1}"/>
              </a:ext>
            </a:extLst>
          </p:cNvPr>
          <p:cNvSpPr txBox="1"/>
          <p:nvPr/>
        </p:nvSpPr>
        <p:spPr>
          <a:xfrm>
            <a:off x="512748" y="2170632"/>
            <a:ext cx="10229316" cy="4247317"/>
          </a:xfrm>
          <a:prstGeom prst="rect">
            <a:avLst/>
          </a:prstGeom>
          <a:noFill/>
        </p:spPr>
        <p:txBody>
          <a:bodyPr wrap="square" rtlCol="0">
            <a:spAutoFit/>
          </a:bodyPr>
          <a:lstStyle/>
          <a:p>
            <a:r>
              <a:rPr lang="en-GB" b="1" dirty="0"/>
              <a:t>Adapter Pattern</a:t>
            </a:r>
          </a:p>
          <a:p>
            <a:r>
              <a:rPr lang="en-GB" dirty="0" err="1"/>
              <a:t>Acum</a:t>
            </a:r>
            <a:r>
              <a:rPr lang="en-GB" dirty="0"/>
              <a:t>: hardcoded email/SMS </a:t>
            </a:r>
            <a:r>
              <a:rPr lang="en-GB" dirty="0" err="1"/>
              <a:t>în</a:t>
            </a:r>
            <a:r>
              <a:rPr lang="en-GB" dirty="0"/>
              <a:t> </a:t>
            </a:r>
            <a:r>
              <a:rPr lang="en-GB" dirty="0" err="1"/>
              <a:t>NotificationService</a:t>
            </a:r>
            <a:r>
              <a:rPr lang="en-GB" dirty="0"/>
              <a:t>  </a:t>
            </a:r>
          </a:p>
          <a:p>
            <a:r>
              <a:rPr lang="en-GB" dirty="0" err="1"/>
              <a:t>Viitor</a:t>
            </a:r>
            <a:r>
              <a:rPr lang="en-GB" dirty="0"/>
              <a:t>: </a:t>
            </a:r>
            <a:r>
              <a:rPr lang="en-GB" dirty="0" err="1"/>
              <a:t>EmailAdapter</a:t>
            </a:r>
            <a:r>
              <a:rPr lang="en-GB" dirty="0"/>
              <a:t>, </a:t>
            </a:r>
            <a:r>
              <a:rPr lang="en-GB" dirty="0" err="1"/>
              <a:t>SMSAdapter</a:t>
            </a:r>
            <a:r>
              <a:rPr lang="en-GB" dirty="0"/>
              <a:t>, </a:t>
            </a:r>
            <a:r>
              <a:rPr lang="en-GB" dirty="0" err="1"/>
              <a:t>PushAdapter</a:t>
            </a:r>
            <a:endParaRPr lang="en-GB" dirty="0"/>
          </a:p>
          <a:p>
            <a:endParaRPr lang="en-GB" dirty="0"/>
          </a:p>
          <a:p>
            <a:pPr marL="285750" indent="-285750">
              <a:buFont typeface="Arial" panose="020B0604020202020204" pitchFamily="34" charset="0"/>
              <a:buChar char="•"/>
            </a:pPr>
            <a:endParaRPr lang="en-GB" dirty="0"/>
          </a:p>
          <a:p>
            <a:r>
              <a:rPr lang="en-GB" b="1" dirty="0"/>
              <a:t>Facade Pattern</a:t>
            </a:r>
          </a:p>
          <a:p>
            <a:br>
              <a:rPr lang="en-GB" dirty="0"/>
            </a:br>
            <a:r>
              <a:rPr lang="en-GB" dirty="0" err="1"/>
              <a:t>Acum</a:t>
            </a:r>
            <a:r>
              <a:rPr lang="en-GB" dirty="0"/>
              <a:t>: Controller </a:t>
            </a:r>
            <a:r>
              <a:rPr lang="en-GB" dirty="0" err="1"/>
              <a:t>apelează</a:t>
            </a:r>
            <a:r>
              <a:rPr lang="en-GB" dirty="0"/>
              <a:t> direct multiple </a:t>
            </a:r>
            <a:r>
              <a:rPr lang="en-GB" dirty="0" err="1"/>
              <a:t>servicii</a:t>
            </a:r>
            <a:endParaRPr lang="en-GB" dirty="0"/>
          </a:p>
          <a:p>
            <a:r>
              <a:rPr lang="en-GB" dirty="0" err="1"/>
              <a:t>Viitor</a:t>
            </a:r>
            <a:r>
              <a:rPr lang="en-GB" dirty="0"/>
              <a:t>: </a:t>
            </a:r>
            <a:r>
              <a:rPr lang="en-GB" dirty="0" err="1"/>
              <a:t>AppointmentFacade</a:t>
            </a:r>
            <a:r>
              <a:rPr lang="en-GB" dirty="0"/>
              <a:t> care </a:t>
            </a:r>
            <a:r>
              <a:rPr lang="en-GB" dirty="0" err="1"/>
              <a:t>orchestrează</a:t>
            </a:r>
            <a:r>
              <a:rPr lang="en-GB" dirty="0"/>
              <a:t> </a:t>
            </a:r>
            <a:r>
              <a:rPr lang="en-GB" dirty="0" err="1"/>
              <a:t>toate</a:t>
            </a:r>
            <a:r>
              <a:rPr lang="en-GB" dirty="0"/>
              <a:t> </a:t>
            </a:r>
            <a:r>
              <a:rPr lang="en-GB" dirty="0" err="1"/>
              <a:t>operațiile</a:t>
            </a:r>
            <a:endParaRPr lang="en-GB" dirty="0"/>
          </a:p>
          <a:p>
            <a:endParaRPr lang="en-GB" dirty="0"/>
          </a:p>
          <a:p>
            <a:r>
              <a:rPr lang="en-GB" b="1" dirty="0"/>
              <a:t>Observer Pattern</a:t>
            </a:r>
          </a:p>
          <a:p>
            <a:br>
              <a:rPr lang="en-GB" dirty="0"/>
            </a:br>
            <a:r>
              <a:rPr lang="en-GB" dirty="0" err="1"/>
              <a:t>Acum</a:t>
            </a:r>
            <a:r>
              <a:rPr lang="en-GB" dirty="0"/>
              <a:t>: </a:t>
            </a:r>
            <a:r>
              <a:rPr lang="en-GB" dirty="0" err="1"/>
              <a:t>appointmentService.save</a:t>
            </a:r>
            <a:r>
              <a:rPr lang="en-GB" dirty="0"/>
              <a:t>() → </a:t>
            </a:r>
            <a:r>
              <a:rPr lang="en-GB" dirty="0" err="1"/>
              <a:t>notificationService.send</a:t>
            </a:r>
            <a:r>
              <a:rPr lang="en-GB" dirty="0"/>
              <a:t>()</a:t>
            </a:r>
          </a:p>
          <a:p>
            <a:r>
              <a:rPr lang="en-GB" dirty="0" err="1"/>
              <a:t>Viitor</a:t>
            </a:r>
            <a:r>
              <a:rPr lang="en-GB" dirty="0"/>
              <a:t>: Event-driven: </a:t>
            </a:r>
            <a:r>
              <a:rPr lang="en-GB" dirty="0" err="1"/>
              <a:t>AppointmentCreated</a:t>
            </a:r>
            <a:r>
              <a:rPr lang="en-GB" dirty="0"/>
              <a:t> → </a:t>
            </a:r>
            <a:r>
              <a:rPr lang="en-GB" dirty="0" err="1"/>
              <a:t>NotificationListener</a:t>
            </a:r>
            <a:br>
              <a:rPr lang="en-GB" dirty="0"/>
            </a:br>
            <a:endParaRPr lang="en-GB" dirty="0"/>
          </a:p>
        </p:txBody>
      </p:sp>
    </p:spTree>
    <p:extLst>
      <p:ext uri="{BB962C8B-B14F-4D97-AF65-F5344CB8AC3E}">
        <p14:creationId xmlns:p14="http://schemas.microsoft.com/office/powerpoint/2010/main" val="838108245"/>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nodePh="1">
                                  <p:stCondLst>
                                    <p:cond delay="250"/>
                                  </p:stCondLst>
                                  <p:endCondLst>
                                    <p:cond evt="begin" delay="0">
                                      <p:tn val="5"/>
                                    </p:cond>
                                  </p:endCondLst>
                                  <p:iterate>
                                    <p:tmPct val="10000"/>
                                  </p:iterate>
                                  <p:childTnLst>
                                    <p:set>
                                      <p:cBhvr>
                                        <p:cTn id="6" dur="1" fill="hold">
                                          <p:stCondLst>
                                            <p:cond delay="0"/>
                                          </p:stCondLst>
                                        </p:cTn>
                                        <p:tgtEl>
                                          <p:spTgt spid="8"/>
                                        </p:tgtEl>
                                        <p:attrNameLst>
                                          <p:attrName>style.visibility</p:attrName>
                                        </p:attrNameLst>
                                      </p:cBhvr>
                                      <p:to>
                                        <p:strVal val="visible"/>
                                      </p:to>
                                    </p:set>
                                    <p:animEffect transition="in" filter="fade">
                                      <p:cBhvr>
                                        <p:cTn id="7" dur="250"/>
                                        <p:tgtEl>
                                          <p:spTgt spid="8"/>
                                        </p:tgtEl>
                                      </p:cBhvr>
                                    </p:animEffect>
                                    <p:anim calcmode="lin" valueType="num">
                                      <p:cBhvr>
                                        <p:cTn id="8" dur="250" fill="hold"/>
                                        <p:tgtEl>
                                          <p:spTgt spid="8"/>
                                        </p:tgtEl>
                                        <p:attrNameLst>
                                          <p:attrName>ppt_x</p:attrName>
                                        </p:attrNameLst>
                                      </p:cBhvr>
                                      <p:tavLst>
                                        <p:tav tm="0">
                                          <p:val>
                                            <p:strVal val="#ppt_x"/>
                                          </p:val>
                                        </p:tav>
                                        <p:tav tm="100000">
                                          <p:val>
                                            <p:strVal val="#ppt_x"/>
                                          </p:val>
                                        </p:tav>
                                      </p:tavLst>
                                    </p:anim>
                                    <p:anim calcmode="lin" valueType="num">
                                      <p:cBhvr>
                                        <p:cTn id="9" dur="25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62FCA-1E81-21ED-CA2C-3342521EDD33}"/>
              </a:ext>
            </a:extLst>
          </p:cNvPr>
          <p:cNvSpPr>
            <a:spLocks noGrp="1"/>
          </p:cNvSpPr>
          <p:nvPr>
            <p:ph type="title"/>
          </p:nvPr>
        </p:nvSpPr>
        <p:spPr>
          <a:xfrm>
            <a:off x="8311896" y="1078992"/>
            <a:ext cx="3489846" cy="1947672"/>
          </a:xfrm>
        </p:spPr>
        <p:txBody>
          <a:bodyPr vert="horz" lIns="91440" tIns="45720" rIns="91440" bIns="45720" rtlCol="0" anchor="b">
            <a:normAutofit/>
          </a:bodyPr>
          <a:lstStyle/>
          <a:p>
            <a:r>
              <a:rPr lang="en-US" sz="2800" b="0" kern="1200" cap="all" baseline="0" dirty="0" err="1">
                <a:latin typeface="+mj-lt"/>
                <a:ea typeface="+mj-ea"/>
                <a:cs typeface="+mj-cs"/>
              </a:rPr>
              <a:t>Metrici</a:t>
            </a:r>
            <a:r>
              <a:rPr lang="en-US" sz="2800" b="0" kern="1200" cap="all" baseline="0" dirty="0">
                <a:latin typeface="+mj-lt"/>
                <a:ea typeface="+mj-ea"/>
                <a:cs typeface="+mj-cs"/>
              </a:rPr>
              <a:t> de </a:t>
            </a:r>
            <a:r>
              <a:rPr lang="en-US" sz="2800" b="0" kern="1200" cap="all" baseline="0" dirty="0" err="1">
                <a:latin typeface="+mj-lt"/>
                <a:ea typeface="+mj-ea"/>
                <a:cs typeface="+mj-cs"/>
              </a:rPr>
              <a:t>calitate</a:t>
            </a:r>
            <a:r>
              <a:rPr lang="en-US" sz="2800" b="0" kern="1200" cap="all" baseline="0" dirty="0">
                <a:latin typeface="+mj-lt"/>
                <a:ea typeface="+mj-ea"/>
                <a:cs typeface="+mj-cs"/>
              </a:rPr>
              <a:t> </a:t>
            </a:r>
            <a:r>
              <a:rPr lang="en-US" sz="2800" b="0" kern="1200" cap="all" baseline="0" dirty="0" err="1">
                <a:latin typeface="+mj-lt"/>
                <a:ea typeface="+mj-ea"/>
                <a:cs typeface="+mj-cs"/>
              </a:rPr>
              <a:t>folosind</a:t>
            </a:r>
            <a:r>
              <a:rPr lang="en-US" sz="2800" b="0" kern="1200" cap="all" baseline="0" dirty="0">
                <a:latin typeface="+mj-lt"/>
                <a:ea typeface="+mj-ea"/>
                <a:cs typeface="+mj-cs"/>
              </a:rPr>
              <a:t> SonarQube</a:t>
            </a:r>
          </a:p>
        </p:txBody>
      </p:sp>
      <p:sp>
        <p:nvSpPr>
          <p:cNvPr id="8" name="TextBox 7">
            <a:extLst>
              <a:ext uri="{FF2B5EF4-FFF2-40B4-BE49-F238E27FC236}">
                <a16:creationId xmlns:a16="http://schemas.microsoft.com/office/drawing/2014/main" id="{AE6E3DCA-86CF-4112-AE2F-0789E8D48BAA}"/>
              </a:ext>
            </a:extLst>
          </p:cNvPr>
          <p:cNvSpPr txBox="1"/>
          <p:nvPr>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8182341" y="3099816"/>
            <a:ext cx="3403106" cy="2953512"/>
          </a:xfrm>
          <a:prstGeom prst="rect">
            <a:avLst/>
          </a:prstGeom>
        </p:spPr>
        <p:txBody>
          <a:bodyPr>
            <a:normAutofit/>
          </a:bodyPr>
          <a:lstStyle/>
          <a:p>
            <a:pPr marL="0" indent="0">
              <a:lnSpc>
                <a:spcPct val="90000"/>
              </a:lnSpc>
              <a:spcBef>
                <a:spcPts val="2500"/>
              </a:spcBef>
              <a:spcAft>
                <a:spcPts val="600"/>
              </a:spcAft>
              <a:buFont typeface="Arial" panose="020B0604020202020204" pitchFamily="34" charset="0"/>
              <a:buNone/>
            </a:pPr>
            <a:r>
              <a:rPr lang="en-GB" sz="1400" dirty="0"/>
              <a:t>Am </a:t>
            </a:r>
            <a:r>
              <a:rPr lang="en-GB" sz="1400" dirty="0" err="1"/>
              <a:t>facut</a:t>
            </a:r>
            <a:r>
              <a:rPr lang="en-GB" sz="1400" dirty="0"/>
              <a:t> </a:t>
            </a:r>
            <a:r>
              <a:rPr lang="en-GB" sz="1400" dirty="0" err="1"/>
              <a:t>suportul</a:t>
            </a:r>
            <a:r>
              <a:rPr lang="en-GB" sz="1400" dirty="0"/>
              <a:t> </a:t>
            </a:r>
            <a:r>
              <a:rPr lang="en-GB" sz="1400" dirty="0" err="1"/>
              <a:t>pentru</a:t>
            </a:r>
            <a:r>
              <a:rPr lang="en-GB" sz="1400" dirty="0"/>
              <a:t> a </a:t>
            </a:r>
            <a:r>
              <a:rPr lang="en-GB" sz="1400" dirty="0" err="1"/>
              <a:t>folosi</a:t>
            </a:r>
            <a:r>
              <a:rPr lang="en-GB" sz="1400" dirty="0"/>
              <a:t> SonarQube in a genera </a:t>
            </a:r>
            <a:r>
              <a:rPr lang="en-GB" sz="1400" dirty="0" err="1"/>
              <a:t>metrici</a:t>
            </a:r>
            <a:r>
              <a:rPr lang="en-GB" sz="1400" dirty="0"/>
              <a:t> de </a:t>
            </a:r>
            <a:r>
              <a:rPr lang="en-GB" sz="1400" dirty="0" err="1"/>
              <a:t>calitate</a:t>
            </a:r>
            <a:r>
              <a:rPr lang="en-GB" sz="1400" dirty="0"/>
              <a:t> a </a:t>
            </a:r>
            <a:r>
              <a:rPr lang="en-GB" sz="1400" dirty="0" err="1"/>
              <a:t>codului</a:t>
            </a:r>
            <a:r>
              <a:rPr lang="en-GB" sz="1400" dirty="0"/>
              <a:t>.</a:t>
            </a:r>
          </a:p>
        </p:txBody>
      </p:sp>
      <p:sp>
        <p:nvSpPr>
          <p:cNvPr id="4" name="Date Placeholder 3">
            <a:extLst>
              <a:ext uri="{FF2B5EF4-FFF2-40B4-BE49-F238E27FC236}">
                <a16:creationId xmlns:a16="http://schemas.microsoft.com/office/drawing/2014/main" id="{4F9B8A6D-D4AE-D28F-CC18-83B94AD79146}"/>
              </a:ext>
            </a:extLst>
          </p:cNvPr>
          <p:cNvSpPr>
            <a:spLocks noGrp="1"/>
          </p:cNvSpPr>
          <p:nvPr>
            <p:ph type="dt" sz="half" idx="10"/>
          </p:nvPr>
        </p:nvSpPr>
        <p:spPr>
          <a:xfrm>
            <a:off x="431172" y="6490524"/>
            <a:ext cx="2841959" cy="336141"/>
          </a:xfrm>
        </p:spPr>
        <p:txBody>
          <a:bodyPr vert="horz" lIns="91440" tIns="45720" rIns="91440" bIns="45720" rtlCol="0" anchor="ctr">
            <a:normAutofit/>
          </a:bodyPr>
          <a:lstStyle/>
          <a:p>
            <a:pPr>
              <a:spcAft>
                <a:spcPts val="600"/>
              </a:spcAft>
            </a:pPr>
            <a:fld id="{FE21D4C7-8630-4B98-978C-30388BBD4EE8}" type="datetime1">
              <a:rPr lang="en-US" smtClean="0"/>
              <a:pPr>
                <a:spcAft>
                  <a:spcPts val="600"/>
                </a:spcAft>
              </a:pPr>
              <a:t>11/17/2025</a:t>
            </a:fld>
            <a:endParaRPr lang="en-US"/>
          </a:p>
        </p:txBody>
      </p:sp>
      <p:sp>
        <p:nvSpPr>
          <p:cNvPr id="5" name="Footer Placeholder 4">
            <a:extLst>
              <a:ext uri="{FF2B5EF4-FFF2-40B4-BE49-F238E27FC236}">
                <a16:creationId xmlns:a16="http://schemas.microsoft.com/office/drawing/2014/main" id="{4192906C-2A01-4B2E-D76A-8FB2652A847A}"/>
              </a:ext>
            </a:extLst>
          </p:cNvPr>
          <p:cNvSpPr>
            <a:spLocks noGrp="1"/>
          </p:cNvSpPr>
          <p:nvPr>
            <p:ph type="ftr" sz="quarter" idx="11"/>
          </p:nvPr>
        </p:nvSpPr>
        <p:spPr>
          <a:xfrm>
            <a:off x="8893370" y="6490524"/>
            <a:ext cx="2662834" cy="336141"/>
          </a:xfrm>
        </p:spPr>
        <p:txBody>
          <a:bodyPr vert="horz" lIns="91440" tIns="45720" rIns="91440" bIns="45720" rtlCol="0" anchor="ctr">
            <a:normAutofit/>
          </a:bodyPr>
          <a:lstStyle/>
          <a:p>
            <a:pPr>
              <a:spcAft>
                <a:spcPts val="600"/>
              </a:spcAft>
            </a:pPr>
            <a:r>
              <a:rPr lang="en-US" kern="1200">
                <a:latin typeface="+mn-lt"/>
                <a:ea typeface="+mn-ea"/>
                <a:cs typeface="+mn-cs"/>
              </a:rPr>
              <a:t>Sample Footer Text</a:t>
            </a:r>
          </a:p>
        </p:txBody>
      </p:sp>
      <p:sp>
        <p:nvSpPr>
          <p:cNvPr id="6" name="Slide Number Placeholder 5">
            <a:extLst>
              <a:ext uri="{FF2B5EF4-FFF2-40B4-BE49-F238E27FC236}">
                <a16:creationId xmlns:a16="http://schemas.microsoft.com/office/drawing/2014/main" id="{512CC29C-AA53-2AD6-BA0F-16283D2B88BB}"/>
              </a:ext>
            </a:extLst>
          </p:cNvPr>
          <p:cNvSpPr>
            <a:spLocks noGrp="1"/>
          </p:cNvSpPr>
          <p:nvPr>
            <p:ph type="sldNum" sz="quarter" idx="12"/>
          </p:nvPr>
        </p:nvSpPr>
        <p:spPr>
          <a:xfrm>
            <a:off x="11648431" y="6490524"/>
            <a:ext cx="457200" cy="336141"/>
          </a:xfrm>
        </p:spPr>
        <p:txBody>
          <a:bodyPr vert="horz" lIns="91440" tIns="45720" rIns="91440" bIns="45720" rtlCol="0" anchor="ctr">
            <a:normAutofit/>
          </a:bodyPr>
          <a:lstStyle/>
          <a:p>
            <a:pPr>
              <a:spcAft>
                <a:spcPts val="600"/>
              </a:spcAft>
            </a:pPr>
            <a:fld id="{84C450F2-3BB4-4AE4-8A35-A9D7AEA4C850}" type="slidenum">
              <a:rPr lang="en-US" smtClean="0"/>
              <a:pPr>
                <a:spcAft>
                  <a:spcPts val="600"/>
                </a:spcAft>
              </a:pPr>
              <a:t>7</a:t>
            </a:fld>
            <a:endParaRPr lang="en-US"/>
          </a:p>
        </p:txBody>
      </p:sp>
      <p:pic>
        <p:nvPicPr>
          <p:cNvPr id="14" name="Picture 13" descr="A screenshot of a computer&#10;&#10;AI-generated content may be incorrect.">
            <a:extLst>
              <a:ext uri="{FF2B5EF4-FFF2-40B4-BE49-F238E27FC236}">
                <a16:creationId xmlns:a16="http://schemas.microsoft.com/office/drawing/2014/main" id="{F02DC483-AB1F-F69F-8277-DB3E5D534ABC}"/>
              </a:ext>
            </a:extLst>
          </p:cNvPr>
          <p:cNvPicPr>
            <a:picLocks noChangeAspect="1"/>
          </p:cNvPicPr>
          <p:nvPr/>
        </p:nvPicPr>
        <p:blipFill>
          <a:blip r:embed="rId3"/>
          <a:stretch>
            <a:fillRect/>
          </a:stretch>
        </p:blipFill>
        <p:spPr>
          <a:xfrm>
            <a:off x="0" y="347246"/>
            <a:ext cx="8182341" cy="3685739"/>
          </a:xfrm>
          <a:prstGeom prst="rect">
            <a:avLst/>
          </a:prstGeom>
        </p:spPr>
      </p:pic>
    </p:spTree>
    <p:extLst>
      <p:ext uri="{BB962C8B-B14F-4D97-AF65-F5344CB8AC3E}">
        <p14:creationId xmlns:p14="http://schemas.microsoft.com/office/powerpoint/2010/main" val="3745778757"/>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250"/>
                                  </p:stCondLst>
                                  <p:iterate>
                                    <p:tmPct val="10000"/>
                                  </p:iterate>
                                  <p:childTnLst>
                                    <p:set>
                                      <p:cBhvr>
                                        <p:cTn id="6" dur="1" fill="hold">
                                          <p:stCondLst>
                                            <p:cond delay="0"/>
                                          </p:stCondLst>
                                        </p:cTn>
                                        <p:tgtEl>
                                          <p:spTgt spid="8"/>
                                        </p:tgtEl>
                                        <p:attrNameLst>
                                          <p:attrName>style.visibility</p:attrName>
                                        </p:attrNameLst>
                                      </p:cBhvr>
                                      <p:to>
                                        <p:strVal val="visible"/>
                                      </p:to>
                                    </p:set>
                                    <p:animEffect transition="in" filter="fade">
                                      <p:cBhvr>
                                        <p:cTn id="7" dur="250"/>
                                        <p:tgtEl>
                                          <p:spTgt spid="8"/>
                                        </p:tgtEl>
                                      </p:cBhvr>
                                    </p:animEffect>
                                    <p:anim calcmode="lin" valueType="num">
                                      <p:cBhvr>
                                        <p:cTn id="8" dur="250" fill="hold"/>
                                        <p:tgtEl>
                                          <p:spTgt spid="8"/>
                                        </p:tgtEl>
                                        <p:attrNameLst>
                                          <p:attrName>ppt_x</p:attrName>
                                        </p:attrNameLst>
                                      </p:cBhvr>
                                      <p:tavLst>
                                        <p:tav tm="0">
                                          <p:val>
                                            <p:strVal val="#ppt_x"/>
                                          </p:val>
                                        </p:tav>
                                        <p:tav tm="100000">
                                          <p:val>
                                            <p:strVal val="#ppt_x"/>
                                          </p:val>
                                        </p:tav>
                                      </p:tavLst>
                                    </p:anim>
                                    <p:anim calcmode="lin" valueType="num">
                                      <p:cBhvr>
                                        <p:cTn id="9" dur="25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Date Placeholder 3">
            <a:extLst>
              <a:ext uri="{FF2B5EF4-FFF2-40B4-BE49-F238E27FC236}">
                <a16:creationId xmlns:a16="http://schemas.microsoft.com/office/drawing/2014/main" id="{CA5005BE-FE88-E419-403C-8CD6977D8AC2}"/>
              </a:ext>
            </a:extLst>
          </p:cNvPr>
          <p:cNvSpPr>
            <a:spLocks noGrp="1"/>
          </p:cNvSpPr>
          <p:nvPr>
            <p:ph type="dt" sz="half" idx="10"/>
          </p:nvPr>
        </p:nvSpPr>
        <p:spPr>
          <a:xfrm>
            <a:off x="431172" y="6490524"/>
            <a:ext cx="2841959" cy="336141"/>
          </a:xfrm>
        </p:spPr>
        <p:txBody>
          <a:bodyPr anchor="ctr">
            <a:normAutofit/>
          </a:bodyPr>
          <a:lstStyle/>
          <a:p>
            <a:pPr>
              <a:spcAft>
                <a:spcPts val="600"/>
              </a:spcAft>
            </a:pPr>
            <a:fld id="{B04EF954-66B1-4168-AF40-97F3DAF43FC4}" type="datetime1">
              <a:rPr lang="en-US" smtClean="0"/>
              <a:pPr>
                <a:spcAft>
                  <a:spcPts val="600"/>
                </a:spcAft>
              </a:pPr>
              <a:t>11/17/2025</a:t>
            </a:fld>
            <a:endParaRPr lang="en-US"/>
          </a:p>
        </p:txBody>
      </p:sp>
      <p:sp>
        <p:nvSpPr>
          <p:cNvPr id="5" name="Footer Placeholder 4">
            <a:extLst>
              <a:ext uri="{FF2B5EF4-FFF2-40B4-BE49-F238E27FC236}">
                <a16:creationId xmlns:a16="http://schemas.microsoft.com/office/drawing/2014/main" id="{B50E3607-3374-B9C7-A9F5-117BFF8EB1EB}"/>
              </a:ext>
            </a:extLst>
          </p:cNvPr>
          <p:cNvSpPr>
            <a:spLocks noGrp="1"/>
          </p:cNvSpPr>
          <p:nvPr>
            <p:ph type="ftr" sz="quarter" idx="11"/>
          </p:nvPr>
        </p:nvSpPr>
        <p:spPr>
          <a:xfrm>
            <a:off x="8893370" y="6490524"/>
            <a:ext cx="2662834" cy="336141"/>
          </a:xfrm>
        </p:spPr>
        <p:txBody>
          <a:bodyPr anchor="ctr">
            <a:normAutofit/>
          </a:bodyPr>
          <a:lstStyle/>
          <a:p>
            <a:pPr>
              <a:spcAft>
                <a:spcPts val="600"/>
              </a:spcAft>
            </a:pPr>
            <a:r>
              <a:rPr lang="en-US"/>
              <a:t>Sample Footer Text</a:t>
            </a:r>
          </a:p>
        </p:txBody>
      </p:sp>
      <p:sp>
        <p:nvSpPr>
          <p:cNvPr id="6" name="Slide Number Placeholder 5">
            <a:extLst>
              <a:ext uri="{FF2B5EF4-FFF2-40B4-BE49-F238E27FC236}">
                <a16:creationId xmlns:a16="http://schemas.microsoft.com/office/drawing/2014/main" id="{50618219-8F81-E182-9CFC-5E25AE87581A}"/>
              </a:ext>
            </a:extLst>
          </p:cNvPr>
          <p:cNvSpPr>
            <a:spLocks noGrp="1"/>
          </p:cNvSpPr>
          <p:nvPr>
            <p:ph type="sldNum" sz="quarter" idx="12"/>
          </p:nvPr>
        </p:nvSpPr>
        <p:spPr>
          <a:xfrm>
            <a:off x="11648431" y="6490524"/>
            <a:ext cx="457200" cy="336141"/>
          </a:xfrm>
        </p:spPr>
        <p:txBody>
          <a:bodyPr anchor="ctr">
            <a:normAutofit/>
          </a:bodyPr>
          <a:lstStyle/>
          <a:p>
            <a:pPr>
              <a:spcAft>
                <a:spcPts val="600"/>
              </a:spcAft>
            </a:pPr>
            <a:fld id="{84C450F2-3BB4-4AE4-8A35-A9D7AEA4C850}" type="slidenum">
              <a:rPr lang="en-US" smtClean="0"/>
              <a:pPr>
                <a:spcAft>
                  <a:spcPts val="600"/>
                </a:spcAft>
              </a:pPr>
              <a:t>8</a:t>
            </a:fld>
            <a:endParaRPr lang="en-US"/>
          </a:p>
        </p:txBody>
      </p:sp>
    </p:spTree>
    <p:extLst>
      <p:ext uri="{BB962C8B-B14F-4D97-AF65-F5344CB8AC3E}">
        <p14:creationId xmlns:p14="http://schemas.microsoft.com/office/powerpoint/2010/main" val="628531927"/>
      </p:ext>
    </p:extLst>
  </p:cSld>
  <p:clrMapOvr>
    <a:masterClrMapping/>
  </p:clrMapOvr>
  <p:transition>
    <p:fade/>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2FDEF2-7BDC-4462-5972-7B7A6F089BDD}"/>
              </a:ext>
            </a:extLst>
          </p:cNvPr>
          <p:cNvSpPr>
            <a:spLocks noGrp="1"/>
          </p:cNvSpPr>
          <p:nvPr>
            <p:ph type="title"/>
          </p:nvPr>
        </p:nvSpPr>
        <p:spPr>
          <a:xfrm>
            <a:off x="429768" y="548639"/>
            <a:ext cx="4855464" cy="1453896"/>
          </a:xfrm>
        </p:spPr>
        <p:txBody>
          <a:bodyPr vert="horz" lIns="91440" tIns="45720" rIns="91440" bIns="45720" rtlCol="0" anchor="t">
            <a:normAutofit/>
          </a:bodyPr>
          <a:lstStyle/>
          <a:p>
            <a:r>
              <a:rPr lang="en-US" b="0" kern="1200" cap="all" baseline="0" dirty="0" err="1">
                <a:latin typeface="+mj-lt"/>
                <a:ea typeface="+mj-ea"/>
                <a:cs typeface="+mj-cs"/>
              </a:rPr>
              <a:t>Impartirea</a:t>
            </a:r>
            <a:r>
              <a:rPr lang="en-US" b="0" kern="1200" cap="all" baseline="0" dirty="0">
                <a:latin typeface="+mj-lt"/>
                <a:ea typeface="+mj-ea"/>
                <a:cs typeface="+mj-cs"/>
              </a:rPr>
              <a:t> </a:t>
            </a:r>
            <a:r>
              <a:rPr lang="en-US" b="0" kern="1200" cap="all" baseline="0" dirty="0" err="1">
                <a:latin typeface="+mj-lt"/>
                <a:ea typeface="+mj-ea"/>
                <a:cs typeface="+mj-cs"/>
              </a:rPr>
              <a:t>sarcinilor</a:t>
            </a:r>
            <a:endParaRPr lang="en-US" b="0" kern="1200" cap="all" baseline="0" dirty="0">
              <a:latin typeface="+mj-lt"/>
              <a:ea typeface="+mj-ea"/>
              <a:cs typeface="+mj-cs"/>
            </a:endParaRPr>
          </a:p>
        </p:txBody>
      </p:sp>
      <p:pic>
        <p:nvPicPr>
          <p:cNvPr id="7" name="Content Placeholder 6" descr="Team members collaborating with laptops, charts, and documents in a professional workspace">
            <a:extLst>
              <a:ext uri="{FF2B5EF4-FFF2-40B4-BE49-F238E27FC236}">
                <a16:creationId xmlns:a16="http://schemas.microsoft.com/office/drawing/2014/main" id="{217884D9-783E-450B-89ED-A6B3DA950BDC}"/>
              </a:ext>
            </a:extLst>
          </p:cNvPr>
          <p:cNvPicPr>
            <a:picLocks noGrp="1" noChangeAspect="1"/>
          </p:cNvPicPr>
          <p:nvPr>
            <p:ph type="pic" sz="quarter" idx="15"/>
          </p:nvPr>
        </p:nvPicPr>
        <p:blipFill>
          <a:blip r:embed="rId3"/>
          <a:srcRect l="11660" r="11053" b="3"/>
          <a:stretch>
            <a:fillRect/>
          </a:stretch>
        </p:blipFill>
        <p:spPr>
          <a:xfrm>
            <a:off x="20" y="2293496"/>
            <a:ext cx="5285212" cy="4564504"/>
          </a:xfrm>
          <a:prstGeom prst="rect">
            <a:avLst/>
          </a:prstGeom>
          <a:noFill/>
        </p:spPr>
      </p:pic>
      <p:sp>
        <p:nvSpPr>
          <p:cNvPr id="8" name="TextBox 7">
            <a:extLst>
              <a:ext uri="{FF2B5EF4-FFF2-40B4-BE49-F238E27FC236}">
                <a16:creationId xmlns:a16="http://schemas.microsoft.com/office/drawing/2014/main" id="{AC2AC527-B536-4CD5-94C4-AF63B9916423}"/>
              </a:ext>
            </a:extLst>
          </p:cNvPr>
          <p:cNvSpPr txBox="1"/>
          <p:nvPr>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6096000" y="549275"/>
            <a:ext cx="5585925" cy="5783263"/>
          </a:xfrm>
          <a:prstGeom prst="rect">
            <a:avLst/>
          </a:prstGeom>
        </p:spPr>
        <p:txBody>
          <a:bodyPr>
            <a:normAutofit/>
          </a:bodyPr>
          <a:lstStyle/>
          <a:p>
            <a:pPr marL="0" indent="0">
              <a:spcBef>
                <a:spcPts val="2500"/>
              </a:spcBef>
              <a:spcAft>
                <a:spcPts val="600"/>
              </a:spcAft>
              <a:buFont typeface="Arial" panose="020B0604020202020204" pitchFamily="34" charset="0"/>
              <a:buNone/>
            </a:pPr>
            <a:r>
              <a:rPr lang="en-GB" sz="1600" dirty="0"/>
              <a:t>Marius – UI, controllers, SonarQube</a:t>
            </a:r>
          </a:p>
          <a:p>
            <a:pPr marL="0" indent="0">
              <a:spcBef>
                <a:spcPts val="2500"/>
              </a:spcBef>
              <a:spcAft>
                <a:spcPts val="600"/>
              </a:spcAft>
              <a:buFont typeface="Arial" panose="020B0604020202020204" pitchFamily="34" charset="0"/>
              <a:buNone/>
            </a:pPr>
            <a:r>
              <a:rPr lang="en-GB" sz="1600" dirty="0"/>
              <a:t>Daria – Database connection, models, Docker Compose</a:t>
            </a:r>
          </a:p>
          <a:p>
            <a:pPr marL="0" indent="0">
              <a:spcBef>
                <a:spcPts val="2500"/>
              </a:spcBef>
              <a:spcAft>
                <a:spcPts val="600"/>
              </a:spcAft>
              <a:buFont typeface="Arial" panose="020B0604020202020204" pitchFamily="34" charset="0"/>
              <a:buNone/>
            </a:pPr>
            <a:r>
              <a:rPr lang="en-GB" sz="1600" dirty="0"/>
              <a:t>Andrei – Logica </a:t>
            </a:r>
            <a:r>
              <a:rPr lang="en-GB" sz="1600" dirty="0" err="1"/>
              <a:t>serviciilor</a:t>
            </a:r>
            <a:r>
              <a:rPr lang="en-GB" sz="1600" dirty="0"/>
              <a:t>, DTOs</a:t>
            </a:r>
          </a:p>
        </p:txBody>
      </p:sp>
      <p:sp>
        <p:nvSpPr>
          <p:cNvPr id="4" name="Date Placeholder 3">
            <a:extLst>
              <a:ext uri="{FF2B5EF4-FFF2-40B4-BE49-F238E27FC236}">
                <a16:creationId xmlns:a16="http://schemas.microsoft.com/office/drawing/2014/main" id="{830B21D0-57DE-1902-434B-AD829E404D26}"/>
              </a:ext>
            </a:extLst>
          </p:cNvPr>
          <p:cNvSpPr>
            <a:spLocks noGrp="1"/>
          </p:cNvSpPr>
          <p:nvPr>
            <p:ph type="dt" sz="half" idx="10"/>
          </p:nvPr>
        </p:nvSpPr>
        <p:spPr>
          <a:xfrm>
            <a:off x="6096000" y="6492240"/>
            <a:ext cx="2651760" cy="338328"/>
          </a:xfrm>
        </p:spPr>
        <p:txBody>
          <a:bodyPr vert="horz" lIns="91440" tIns="45720" rIns="91440" bIns="45720" rtlCol="0" anchor="ctr">
            <a:normAutofit/>
          </a:bodyPr>
          <a:lstStyle/>
          <a:p>
            <a:pPr>
              <a:spcAft>
                <a:spcPts val="600"/>
              </a:spcAft>
            </a:pPr>
            <a:fld id="{FE21D4C7-8630-4B98-978C-30388BBD4EE8}" type="datetime1">
              <a:rPr lang="en-US" smtClean="0"/>
              <a:pPr>
                <a:spcAft>
                  <a:spcPts val="600"/>
                </a:spcAft>
              </a:pPr>
              <a:t>11/17/2025</a:t>
            </a:fld>
            <a:endParaRPr lang="en-US"/>
          </a:p>
        </p:txBody>
      </p:sp>
      <p:sp>
        <p:nvSpPr>
          <p:cNvPr id="5" name="Footer Placeholder 4">
            <a:extLst>
              <a:ext uri="{FF2B5EF4-FFF2-40B4-BE49-F238E27FC236}">
                <a16:creationId xmlns:a16="http://schemas.microsoft.com/office/drawing/2014/main" id="{6D882F72-80B2-7968-989A-05911EEA3100}"/>
              </a:ext>
            </a:extLst>
          </p:cNvPr>
          <p:cNvSpPr>
            <a:spLocks noGrp="1"/>
          </p:cNvSpPr>
          <p:nvPr>
            <p:ph type="ftr" sz="quarter" idx="11"/>
          </p:nvPr>
        </p:nvSpPr>
        <p:spPr>
          <a:xfrm>
            <a:off x="8893370" y="6490524"/>
            <a:ext cx="2662834" cy="336141"/>
          </a:xfrm>
        </p:spPr>
        <p:txBody>
          <a:bodyPr vert="horz" lIns="91440" tIns="45720" rIns="91440" bIns="45720" rtlCol="0" anchor="ctr">
            <a:normAutofit/>
          </a:bodyPr>
          <a:lstStyle/>
          <a:p>
            <a:pPr>
              <a:spcAft>
                <a:spcPts val="600"/>
              </a:spcAft>
            </a:pPr>
            <a:r>
              <a:rPr lang="en-US" kern="1200">
                <a:latin typeface="+mn-lt"/>
                <a:ea typeface="+mn-ea"/>
                <a:cs typeface="+mn-cs"/>
              </a:rPr>
              <a:t>Sample Footer Text</a:t>
            </a:r>
          </a:p>
        </p:txBody>
      </p:sp>
      <p:sp>
        <p:nvSpPr>
          <p:cNvPr id="6" name="Slide Number Placeholder 5">
            <a:extLst>
              <a:ext uri="{FF2B5EF4-FFF2-40B4-BE49-F238E27FC236}">
                <a16:creationId xmlns:a16="http://schemas.microsoft.com/office/drawing/2014/main" id="{DA7CD050-06DE-E24C-1383-88D679F91CE1}"/>
              </a:ext>
            </a:extLst>
          </p:cNvPr>
          <p:cNvSpPr>
            <a:spLocks noGrp="1"/>
          </p:cNvSpPr>
          <p:nvPr>
            <p:ph type="sldNum" sz="quarter" idx="12"/>
          </p:nvPr>
        </p:nvSpPr>
        <p:spPr>
          <a:xfrm>
            <a:off x="11648431" y="6490524"/>
            <a:ext cx="457200" cy="336141"/>
          </a:xfrm>
        </p:spPr>
        <p:txBody>
          <a:bodyPr vert="horz" lIns="91440" tIns="45720" rIns="91440" bIns="45720" rtlCol="0" anchor="ctr">
            <a:normAutofit/>
          </a:bodyPr>
          <a:lstStyle/>
          <a:p>
            <a:pPr>
              <a:spcAft>
                <a:spcPts val="600"/>
              </a:spcAft>
            </a:pPr>
            <a:fld id="{84C450F2-3BB4-4AE4-8A35-A9D7AEA4C850}" type="slidenum">
              <a:rPr lang="en-US" smtClean="0"/>
              <a:pPr>
                <a:spcAft>
                  <a:spcPts val="600"/>
                </a:spcAft>
              </a:pPr>
              <a:t>9</a:t>
            </a:fld>
            <a:endParaRPr lang="en-US"/>
          </a:p>
        </p:txBody>
      </p:sp>
    </p:spTree>
    <p:extLst>
      <p:ext uri="{BB962C8B-B14F-4D97-AF65-F5344CB8AC3E}">
        <p14:creationId xmlns:p14="http://schemas.microsoft.com/office/powerpoint/2010/main" val="3433122960"/>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250"/>
                                  </p:stCondLst>
                                  <p:iterate>
                                    <p:tmPct val="10000"/>
                                  </p:iterate>
                                  <p:childTnLst>
                                    <p:set>
                                      <p:cBhvr>
                                        <p:cTn id="6" dur="1" fill="hold">
                                          <p:stCondLst>
                                            <p:cond delay="0"/>
                                          </p:stCondLst>
                                        </p:cTn>
                                        <p:tgtEl>
                                          <p:spTgt spid="8"/>
                                        </p:tgtEl>
                                        <p:attrNameLst>
                                          <p:attrName>style.visibility</p:attrName>
                                        </p:attrNameLst>
                                      </p:cBhvr>
                                      <p:to>
                                        <p:strVal val="visible"/>
                                      </p:to>
                                    </p:set>
                                    <p:animEffect transition="in" filter="fade">
                                      <p:cBhvr>
                                        <p:cTn id="7" dur="250"/>
                                        <p:tgtEl>
                                          <p:spTgt spid="8"/>
                                        </p:tgtEl>
                                      </p:cBhvr>
                                    </p:animEffect>
                                    <p:anim calcmode="lin" valueType="num">
                                      <p:cBhvr>
                                        <p:cTn id="8" dur="250" fill="hold"/>
                                        <p:tgtEl>
                                          <p:spTgt spid="8"/>
                                        </p:tgtEl>
                                        <p:attrNameLst>
                                          <p:attrName>ppt_x</p:attrName>
                                        </p:attrNameLst>
                                      </p:cBhvr>
                                      <p:tavLst>
                                        <p:tav tm="0">
                                          <p:val>
                                            <p:strVal val="#ppt_x"/>
                                          </p:val>
                                        </p:tav>
                                        <p:tav tm="100000">
                                          <p:val>
                                            <p:strVal val="#ppt_x"/>
                                          </p:val>
                                        </p:tav>
                                      </p:tavLst>
                                    </p:anim>
                                    <p:anim calcmode="lin" valueType="num">
                                      <p:cBhvr>
                                        <p:cTn id="9" dur="25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C8A8C1-26FE-F615-2994-771E12113371}"/>
              </a:ext>
            </a:extLst>
          </p:cNvPr>
          <p:cNvSpPr>
            <a:spLocks noGrp="1"/>
          </p:cNvSpPr>
          <p:nvPr>
            <p:ph type="title"/>
          </p:nvPr>
        </p:nvSpPr>
        <p:spPr>
          <a:xfrm>
            <a:off x="429768" y="1636776"/>
            <a:ext cx="10890374" cy="1627632"/>
          </a:xfrm>
        </p:spPr>
        <p:txBody>
          <a:bodyPr anchor="t">
            <a:normAutofit/>
          </a:bodyPr>
          <a:lstStyle/>
          <a:p>
            <a:r>
              <a:rPr lang="en-GB" sz="3400" dirty="0" err="1"/>
              <a:t>Multumim</a:t>
            </a:r>
            <a:r>
              <a:rPr lang="en-GB" sz="3400" dirty="0"/>
              <a:t>!</a:t>
            </a:r>
          </a:p>
        </p:txBody>
      </p:sp>
      <p:sp>
        <p:nvSpPr>
          <p:cNvPr id="4" name="Date Placeholder 3">
            <a:extLst>
              <a:ext uri="{FF2B5EF4-FFF2-40B4-BE49-F238E27FC236}">
                <a16:creationId xmlns:a16="http://schemas.microsoft.com/office/drawing/2014/main" id="{07A4A305-9411-AD43-BDEA-47A2159809BA}"/>
              </a:ext>
            </a:extLst>
          </p:cNvPr>
          <p:cNvSpPr>
            <a:spLocks noGrp="1"/>
          </p:cNvSpPr>
          <p:nvPr>
            <p:ph type="dt" sz="half" idx="10"/>
          </p:nvPr>
        </p:nvSpPr>
        <p:spPr>
          <a:xfrm>
            <a:off x="431172" y="6490524"/>
            <a:ext cx="2841959" cy="336141"/>
          </a:xfrm>
        </p:spPr>
        <p:txBody>
          <a:bodyPr anchor="ctr">
            <a:normAutofit/>
          </a:bodyPr>
          <a:lstStyle/>
          <a:p>
            <a:pPr>
              <a:spcAft>
                <a:spcPts val="600"/>
              </a:spcAft>
            </a:pPr>
            <a:fld id="{FE21D4C7-8630-4B98-978C-30388BBD4EE8}" type="datetime1">
              <a:rPr lang="en-US" smtClean="0"/>
              <a:pPr>
                <a:spcAft>
                  <a:spcPts val="600"/>
                </a:spcAft>
              </a:pPr>
              <a:t>11/17/2025</a:t>
            </a:fld>
            <a:endParaRPr lang="en-US"/>
          </a:p>
        </p:txBody>
      </p:sp>
      <p:sp>
        <p:nvSpPr>
          <p:cNvPr id="5" name="Footer Placeholder 4">
            <a:extLst>
              <a:ext uri="{FF2B5EF4-FFF2-40B4-BE49-F238E27FC236}">
                <a16:creationId xmlns:a16="http://schemas.microsoft.com/office/drawing/2014/main" id="{E30A5951-B909-4498-7CF3-EE5E4E32245A}"/>
              </a:ext>
            </a:extLst>
          </p:cNvPr>
          <p:cNvSpPr>
            <a:spLocks noGrp="1"/>
          </p:cNvSpPr>
          <p:nvPr>
            <p:ph type="ftr" sz="quarter" idx="11"/>
          </p:nvPr>
        </p:nvSpPr>
        <p:spPr>
          <a:xfrm>
            <a:off x="8893370" y="6490524"/>
            <a:ext cx="2662834" cy="336141"/>
          </a:xfrm>
        </p:spPr>
        <p:txBody>
          <a:bodyPr anchor="ctr">
            <a:normAutofit/>
          </a:bodyPr>
          <a:lstStyle/>
          <a:p>
            <a:pPr>
              <a:spcAft>
                <a:spcPts val="600"/>
              </a:spcAft>
            </a:pPr>
            <a:r>
              <a:rPr lang="en-US"/>
              <a:t>Sample Footer Text</a:t>
            </a:r>
          </a:p>
        </p:txBody>
      </p:sp>
      <p:sp>
        <p:nvSpPr>
          <p:cNvPr id="6" name="Slide Number Placeholder 5">
            <a:extLst>
              <a:ext uri="{FF2B5EF4-FFF2-40B4-BE49-F238E27FC236}">
                <a16:creationId xmlns:a16="http://schemas.microsoft.com/office/drawing/2014/main" id="{2747F9DE-404F-6555-6D25-AF4757FE9377}"/>
              </a:ext>
            </a:extLst>
          </p:cNvPr>
          <p:cNvSpPr>
            <a:spLocks noGrp="1"/>
          </p:cNvSpPr>
          <p:nvPr>
            <p:ph type="sldNum" sz="quarter" idx="12"/>
          </p:nvPr>
        </p:nvSpPr>
        <p:spPr>
          <a:xfrm>
            <a:off x="11648431" y="6490524"/>
            <a:ext cx="457200" cy="336141"/>
          </a:xfrm>
        </p:spPr>
        <p:txBody>
          <a:bodyPr anchor="ctr">
            <a:normAutofit/>
          </a:bodyPr>
          <a:lstStyle/>
          <a:p>
            <a:pPr>
              <a:spcAft>
                <a:spcPts val="600"/>
              </a:spcAft>
            </a:pPr>
            <a:fld id="{84C450F2-3BB4-4AE4-8A35-A9D7AEA4C850}" type="slidenum">
              <a:rPr lang="en-US" smtClean="0"/>
              <a:pPr>
                <a:spcAft>
                  <a:spcPts val="600"/>
                </a:spcAft>
              </a:pPr>
              <a:t>10</a:t>
            </a:fld>
            <a:endParaRPr lang="en-US"/>
          </a:p>
        </p:txBody>
      </p:sp>
    </p:spTree>
    <p:extLst>
      <p:ext uri="{BB962C8B-B14F-4D97-AF65-F5344CB8AC3E}">
        <p14:creationId xmlns:p14="http://schemas.microsoft.com/office/powerpoint/2010/main" val="1218930905"/>
      </p:ext>
    </p:extLst>
  </p:cSld>
  <p:clrMapOvr>
    <a:masterClrMapping/>
  </p:clrMapOvr>
  <p:transition>
    <p:fade/>
  </p:transition>
</p:sld>
</file>

<file path=ppt/theme/theme1.xml><?xml version="1.0" encoding="utf-8"?>
<a:theme xmlns:a="http://schemas.openxmlformats.org/drawingml/2006/main" name="OasisVTI">
  <a:themeElements>
    <a:clrScheme name="Oasis">
      <a:dk1>
        <a:srgbClr val="131313"/>
      </a:dk1>
      <a:lt1>
        <a:sysClr val="window" lastClr="FFFFFF"/>
      </a:lt1>
      <a:dk2>
        <a:srgbClr val="3D3C33"/>
      </a:dk2>
      <a:lt2>
        <a:srgbClr val="F0EDE6"/>
      </a:lt2>
      <a:accent1>
        <a:srgbClr val="A57361"/>
      </a:accent1>
      <a:accent2>
        <a:srgbClr val="BE8856"/>
      </a:accent2>
      <a:accent3>
        <a:srgbClr val="BD9075"/>
      </a:accent3>
      <a:accent4>
        <a:srgbClr val="939081"/>
      </a:accent4>
      <a:accent5>
        <a:srgbClr val="A16D4C"/>
      </a:accent5>
      <a:accent6>
        <a:srgbClr val="8C8662"/>
      </a:accent6>
      <a:hlink>
        <a:srgbClr val="A57361"/>
      </a:hlink>
      <a:folHlink>
        <a:srgbClr val="8C8662"/>
      </a:folHlink>
    </a:clrScheme>
    <a:fontScheme name="Neue Haas">
      <a:majorFont>
        <a:latin typeface="Neue Haas Grotesk Text Pro"/>
        <a:ea typeface=""/>
        <a:cs typeface=""/>
      </a:majorFont>
      <a:minorFont>
        <a:latin typeface="Neue Haas Grotesk Text Pr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asis_win32_DN_V3" id="{65F5DFDA-B6D8-4F37-85B8-E95C858FA146}" vid="{998F2FB7-179B-41D4-99FF-60A4C828B894}"/>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f42aa342-8706-4288-bd11-ebb85995028c}" enabled="1" method="Standard" siteId="{72f988bf-86f1-41af-91ab-2d7cd011db47}" contentBits="0" removed="0"/>
</clbl:labelList>
</file>

<file path=docProps/app.xml><?xml version="1.0" encoding="utf-8"?>
<Properties xmlns="http://schemas.openxmlformats.org/officeDocument/2006/extended-properties" xmlns:vt="http://schemas.openxmlformats.org/officeDocument/2006/docPropsVTypes">
  <TotalTime>30</TotalTime>
  <Words>883</Words>
  <Application>Microsoft Office PowerPoint</Application>
  <PresentationFormat>Widescreen</PresentationFormat>
  <Paragraphs>127</Paragraphs>
  <Slides>10</Slides>
  <Notes>10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10</vt:i4>
      </vt:variant>
    </vt:vector>
  </HeadingPairs>
  <TitlesOfParts>
    <vt:vector size="14" baseType="lpstr">
      <vt:lpstr>Aptos</vt:lpstr>
      <vt:lpstr>Arial</vt:lpstr>
      <vt:lpstr>Neue Haas Grotesk Text Pro</vt:lpstr>
      <vt:lpstr>OasisVTI</vt:lpstr>
      <vt:lpstr>Sistem programari ghișeu – MILESTONE 1</vt:lpstr>
      <vt:lpstr>Status curent</vt:lpstr>
      <vt:lpstr>Status curent</vt:lpstr>
      <vt:lpstr>Lipsa design patterns  </vt:lpstr>
      <vt:lpstr>design patterns PROPUSE  </vt:lpstr>
      <vt:lpstr>design patterns PROPUSE  </vt:lpstr>
      <vt:lpstr>Metrici de calitate folosind SonarQube</vt:lpstr>
      <vt:lpstr>PowerPoint Presentation</vt:lpstr>
      <vt:lpstr>Impartirea sarcinilor</vt:lpstr>
      <vt:lpstr>Multumim!</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Andrei Dragomir</dc:creator>
  <cp:lastModifiedBy>Andrei Dragomir</cp:lastModifiedBy>
  <cp:revision>1</cp:revision>
  <dcterms:created xsi:type="dcterms:W3CDTF">2025-11-17T15:36:35Z</dcterms:created>
  <dcterms:modified xsi:type="dcterms:W3CDTF">2025-11-17T16:07:30Z</dcterms:modified>
</cp:coreProperties>
</file>